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Ulcerative Colitis (UC)</c:v>
                </c:pt>
              </c:strCache>
            </c:strRef>
          </c:tx>
          <c:spPr>
            <a:ln w="28575">
              <a:solidFill>
                <a:srgbClr val="07B2AC"/>
              </a:solidFill>
            </a:ln>
          </c:spPr>
          <c:marker>
            <c:symbol val="none"/>
          </c:marker>
          <c:cat>
            <c:strRef>
              <c:f>Sheet1!$A$2:$A$127</c:f>
              <c:strCache>
                <c:ptCount val="126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  <c:pt idx="106">
                  <c:v>05-15</c:v>
                </c:pt>
                <c:pt idx="107">
                  <c:v>05-22</c:v>
                </c:pt>
                <c:pt idx="108">
                  <c:v>05-29</c:v>
                </c:pt>
                <c:pt idx="109">
                  <c:v>06-05</c:v>
                </c:pt>
                <c:pt idx="110">
                  <c:v>06-12</c:v>
                </c:pt>
                <c:pt idx="111">
                  <c:v>06-19</c:v>
                </c:pt>
                <c:pt idx="112">
                  <c:v>06-26</c:v>
                </c:pt>
                <c:pt idx="113">
                  <c:v>07-03</c:v>
                </c:pt>
                <c:pt idx="114">
                  <c:v>07-10</c:v>
                </c:pt>
                <c:pt idx="115">
                  <c:v>07-17</c:v>
                </c:pt>
                <c:pt idx="116">
                  <c:v>07-24</c:v>
                </c:pt>
                <c:pt idx="117">
                  <c:v>07-31</c:v>
                </c:pt>
                <c:pt idx="118">
                  <c:v>08-07</c:v>
                </c:pt>
                <c:pt idx="119">
                  <c:v>08-14</c:v>
                </c:pt>
                <c:pt idx="120">
                  <c:v>08-21</c:v>
                </c:pt>
                <c:pt idx="121">
                  <c:v>08-28</c:v>
                </c:pt>
                <c:pt idx="122">
                  <c:v>09-04</c:v>
                </c:pt>
                <c:pt idx="123">
                  <c:v>09-11</c:v>
                </c:pt>
                <c:pt idx="124">
                  <c:v>09-18</c:v>
                </c:pt>
                <c:pt idx="125">
                  <c:v>09-25</c:v>
                </c:pt>
              </c:strCache>
            </c:strRef>
          </c:cat>
          <c:val>
            <c:numRef>
              <c:f>Sheet1!$B$2:$B$127</c:f>
              <c:numCache>
                <c:formatCode>General</c:formatCode>
                <c:ptCount val="126"/>
                <c:pt idx="0">
                  <c:v>112.966665</c:v>
                </c:pt>
                <c:pt idx="1">
                  <c:v>32.335343</c:v>
                </c:pt>
                <c:pt idx="2">
                  <c:v>85.100546</c:v>
                </c:pt>
                <c:pt idx="3">
                  <c:v>59.091808</c:v>
                </c:pt>
                <c:pt idx="4">
                  <c:v>52.125788</c:v>
                </c:pt>
                <c:pt idx="5">
                  <c:v>277.40765</c:v>
                </c:pt>
                <c:pt idx="6">
                  <c:v>295.923928</c:v>
                </c:pt>
                <c:pt idx="7">
                  <c:v>419.053358</c:v>
                </c:pt>
                <c:pt idx="8">
                  <c:v>245.08902</c:v>
                </c:pt>
                <c:pt idx="9">
                  <c:v>57.006091</c:v>
                </c:pt>
                <c:pt idx="10">
                  <c:v>78.766984</c:v>
                </c:pt>
                <c:pt idx="11">
                  <c:v>79.154889</c:v>
                </c:pt>
                <c:pt idx="12">
                  <c:v>152.008806</c:v>
                </c:pt>
                <c:pt idx="13">
                  <c:v>146.420684</c:v>
                </c:pt>
                <c:pt idx="14">
                  <c:v>125.449878</c:v>
                </c:pt>
                <c:pt idx="15">
                  <c:v>234.910846</c:v>
                </c:pt>
                <c:pt idx="16">
                  <c:v>80.521737</c:v>
                </c:pt>
                <c:pt idx="17">
                  <c:v>183.362329</c:v>
                </c:pt>
                <c:pt idx="18">
                  <c:v>532.894184</c:v>
                </c:pt>
                <c:pt idx="19">
                  <c:v>446.348391</c:v>
                </c:pt>
                <c:pt idx="20">
                  <c:v>370.880913</c:v>
                </c:pt>
                <c:pt idx="21">
                  <c:v>361.030267</c:v>
                </c:pt>
                <c:pt idx="22">
                  <c:v>786.400814</c:v>
                </c:pt>
                <c:pt idx="23">
                  <c:v>362.076798</c:v>
                </c:pt>
                <c:pt idx="24">
                  <c:v>463.055442</c:v>
                </c:pt>
                <c:pt idx="25">
                  <c:v>435.204952</c:v>
                </c:pt>
                <c:pt idx="26">
                  <c:v>1188.546601</c:v>
                </c:pt>
                <c:pt idx="27">
                  <c:v>2032.682157</c:v>
                </c:pt>
                <c:pt idx="28">
                  <c:v>1459.296946</c:v>
                </c:pt>
                <c:pt idx="29">
                  <c:v>1676.729392</c:v>
                </c:pt>
                <c:pt idx="30">
                  <c:v>1236.241574</c:v>
                </c:pt>
                <c:pt idx="31">
                  <c:v>1372.33171</c:v>
                </c:pt>
                <c:pt idx="32">
                  <c:v>380.585935</c:v>
                </c:pt>
                <c:pt idx="33">
                  <c:v>1638.384062</c:v>
                </c:pt>
                <c:pt idx="34">
                  <c:v>624.414594</c:v>
                </c:pt>
                <c:pt idx="35">
                  <c:v>443.511856</c:v>
                </c:pt>
                <c:pt idx="36">
                  <c:v>1143.262837</c:v>
                </c:pt>
                <c:pt idx="37">
                  <c:v>1302.2038</c:v>
                </c:pt>
                <c:pt idx="38">
                  <c:v>727.717077</c:v>
                </c:pt>
                <c:pt idx="39">
                  <c:v>1164.516564</c:v>
                </c:pt>
                <c:pt idx="40">
                  <c:v>1550.301595</c:v>
                </c:pt>
                <c:pt idx="41">
                  <c:v>1110.028747</c:v>
                </c:pt>
                <c:pt idx="42">
                  <c:v>2065.77788</c:v>
                </c:pt>
                <c:pt idx="43">
                  <c:v>973.275275</c:v>
                </c:pt>
                <c:pt idx="44">
                  <c:v>873.147318</c:v>
                </c:pt>
                <c:pt idx="45">
                  <c:v>659.854457</c:v>
                </c:pt>
                <c:pt idx="46">
                  <c:v>979.902722</c:v>
                </c:pt>
                <c:pt idx="47">
                  <c:v>1197.428509</c:v>
                </c:pt>
                <c:pt idx="48">
                  <c:v>1043.5351</c:v>
                </c:pt>
                <c:pt idx="49">
                  <c:v>1163.656937</c:v>
                </c:pt>
                <c:pt idx="50">
                  <c:v>1070.129168</c:v>
                </c:pt>
                <c:pt idx="51">
                  <c:v>941.501903</c:v>
                </c:pt>
                <c:pt idx="52">
                  <c:v>553.155476</c:v>
                </c:pt>
                <c:pt idx="53">
                  <c:v>989.607523</c:v>
                </c:pt>
                <c:pt idx="54">
                  <c:v>631.667603</c:v>
                </c:pt>
                <c:pt idx="55">
                  <c:v>827.289781</c:v>
                </c:pt>
                <c:pt idx="56">
                  <c:v>1703.245022</c:v>
                </c:pt>
                <c:pt idx="57">
                  <c:v>2460.869691</c:v>
                </c:pt>
                <c:pt idx="58">
                  <c:v>3013.926045</c:v>
                </c:pt>
                <c:pt idx="59">
                  <c:v>2238.580612</c:v>
                </c:pt>
                <c:pt idx="60">
                  <c:v>3906.69346</c:v>
                </c:pt>
                <c:pt idx="61">
                  <c:v>1370.558481</c:v>
                </c:pt>
                <c:pt idx="62">
                  <c:v>1327.758374</c:v>
                </c:pt>
                <c:pt idx="63">
                  <c:v>1265.404278</c:v>
                </c:pt>
                <c:pt idx="64">
                  <c:v>2593.302326</c:v>
                </c:pt>
                <c:pt idx="65">
                  <c:v>1529.65969</c:v>
                </c:pt>
                <c:pt idx="66">
                  <c:v>3311.774292</c:v>
                </c:pt>
                <c:pt idx="67">
                  <c:v>4308.513526</c:v>
                </c:pt>
                <c:pt idx="68">
                  <c:v>1187.04231</c:v>
                </c:pt>
                <c:pt idx="69">
                  <c:v>1637.580066</c:v>
                </c:pt>
                <c:pt idx="70">
                  <c:v>4270.289611</c:v>
                </c:pt>
                <c:pt idx="71">
                  <c:v>3811.35034</c:v>
                </c:pt>
                <c:pt idx="72">
                  <c:v>1709.00827</c:v>
                </c:pt>
                <c:pt idx="73">
                  <c:v>5179.801841</c:v>
                </c:pt>
                <c:pt idx="74">
                  <c:v>4094.482516</c:v>
                </c:pt>
                <c:pt idx="75">
                  <c:v>2534.837234</c:v>
                </c:pt>
                <c:pt idx="76">
                  <c:v>3813.16062</c:v>
                </c:pt>
                <c:pt idx="77">
                  <c:v>2384.158123</c:v>
                </c:pt>
                <c:pt idx="78">
                  <c:v>1345.923486</c:v>
                </c:pt>
                <c:pt idx="79">
                  <c:v>3109.836545</c:v>
                </c:pt>
                <c:pt idx="80">
                  <c:v>2960.204735</c:v>
                </c:pt>
                <c:pt idx="81">
                  <c:v>4581.215033</c:v>
                </c:pt>
                <c:pt idx="82">
                  <c:v>3320.435184</c:v>
                </c:pt>
                <c:pt idx="83">
                  <c:v>2683.140765</c:v>
                </c:pt>
                <c:pt idx="84">
                  <c:v>4094.254195</c:v>
                </c:pt>
                <c:pt idx="85">
                  <c:v>4408.953231</c:v>
                </c:pt>
                <c:pt idx="86">
                  <c:v>4772.048213</c:v>
                </c:pt>
                <c:pt idx="87">
                  <c:v>1587.262056</c:v>
                </c:pt>
                <c:pt idx="88">
                  <c:v>2215.455024</c:v>
                </c:pt>
                <c:pt idx="89">
                  <c:v>2654.024268</c:v>
                </c:pt>
                <c:pt idx="90">
                  <c:v>2029.435048</c:v>
                </c:pt>
                <c:pt idx="91">
                  <c:v>2386.938326</c:v>
                </c:pt>
                <c:pt idx="92">
                  <c:v>3421.207844</c:v>
                </c:pt>
                <c:pt idx="93">
                  <c:v>2676.163899</c:v>
                </c:pt>
                <c:pt idx="94">
                  <c:v>2721.490945</c:v>
                </c:pt>
                <c:pt idx="95">
                  <c:v>3878.648139</c:v>
                </c:pt>
                <c:pt idx="96">
                  <c:v>1474.405274</c:v>
                </c:pt>
                <c:pt idx="97">
                  <c:v>2349.859565</c:v>
                </c:pt>
                <c:pt idx="98">
                  <c:v>1206.325847</c:v>
                </c:pt>
                <c:pt idx="99">
                  <c:v>2792.791802</c:v>
                </c:pt>
                <c:pt idx="100">
                  <c:v>6179.354879</c:v>
                </c:pt>
                <c:pt idx="101">
                  <c:v>4244.614389</c:v>
                </c:pt>
                <c:pt idx="102">
                  <c:v>2496.503139</c:v>
                </c:pt>
                <c:pt idx="103">
                  <c:v>6984.439705</c:v>
                </c:pt>
                <c:pt idx="104">
                  <c:v>2401.811024</c:v>
                </c:pt>
                <c:pt idx="105">
                  <c:v>2125.985736</c:v>
                </c:pt>
                <c:pt idx="106">
                  <c:v>3214.793242</c:v>
                </c:pt>
                <c:pt idx="107">
                  <c:v>1568.108767</c:v>
                </c:pt>
                <c:pt idx="108">
                  <c:v>1393.89105</c:v>
                </c:pt>
                <c:pt idx="109">
                  <c:v>5786.462639</c:v>
                </c:pt>
                <c:pt idx="110">
                  <c:v>5167.619566</c:v>
                </c:pt>
                <c:pt idx="111">
                  <c:v>2390.365386</c:v>
                </c:pt>
                <c:pt idx="112">
                  <c:v>2928.661478</c:v>
                </c:pt>
                <c:pt idx="113">
                  <c:v>7054.652757</c:v>
                </c:pt>
                <c:pt idx="114">
                  <c:v>5397.906557</c:v>
                </c:pt>
                <c:pt idx="115">
                  <c:v>5801.098724</c:v>
                </c:pt>
                <c:pt idx="116">
                  <c:v>2981.598187</c:v>
                </c:pt>
                <c:pt idx="117">
                  <c:v>4859.450523</c:v>
                </c:pt>
                <c:pt idx="118">
                  <c:v>4292.286521</c:v>
                </c:pt>
                <c:pt idx="119">
                  <c:v>6560.735205</c:v>
                </c:pt>
                <c:pt idx="120">
                  <c:v>5620.045727</c:v>
                </c:pt>
                <c:pt idx="121">
                  <c:v>6529.013147</c:v>
                </c:pt>
                <c:pt idx="122">
                  <c:v>6659.59341</c:v>
                </c:pt>
                <c:pt idx="123">
                  <c:v>6792.785278</c:v>
                </c:pt>
                <c:pt idx="124">
                  <c:v>6928.640984</c:v>
                </c:pt>
                <c:pt idx="125">
                  <c:v>7067.213803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Crohn's (CD)</c:v>
                </c:pt>
              </c:strCache>
            </c:strRef>
          </c:tx>
          <c:spPr>
            <a:ln w="28575">
              <a:solidFill>
                <a:srgbClr val="E40D62"/>
              </a:solidFill>
            </a:ln>
          </c:spPr>
          <c:marker>
            <c:symbol val="none"/>
          </c:marker>
          <c:cat>
            <c:strRef>
              <c:f>Sheet1!$A$2:$A$127</c:f>
              <c:strCache>
                <c:ptCount val="126"/>
                <c:pt idx="0">
                  <c:v>05-03</c:v>
                </c:pt>
                <c:pt idx="1">
                  <c:v>05-10</c:v>
                </c:pt>
                <c:pt idx="2">
                  <c:v>05-17</c:v>
                </c:pt>
                <c:pt idx="3">
                  <c:v>05-24</c:v>
                </c:pt>
                <c:pt idx="4">
                  <c:v>05-31</c:v>
                </c:pt>
                <c:pt idx="5">
                  <c:v>06-07</c:v>
                </c:pt>
                <c:pt idx="6">
                  <c:v>06-14</c:v>
                </c:pt>
                <c:pt idx="7">
                  <c:v>06-21</c:v>
                </c:pt>
                <c:pt idx="8">
                  <c:v>06-28</c:v>
                </c:pt>
                <c:pt idx="9">
                  <c:v>07-05</c:v>
                </c:pt>
                <c:pt idx="10">
                  <c:v>07-12</c:v>
                </c:pt>
                <c:pt idx="11">
                  <c:v>07-19</c:v>
                </c:pt>
                <c:pt idx="12">
                  <c:v>07-26</c:v>
                </c:pt>
                <c:pt idx="13">
                  <c:v>08-02</c:v>
                </c:pt>
                <c:pt idx="14">
                  <c:v>08-09</c:v>
                </c:pt>
                <c:pt idx="15">
                  <c:v>08-16</c:v>
                </c:pt>
                <c:pt idx="16">
                  <c:v>08-23</c:v>
                </c:pt>
                <c:pt idx="17">
                  <c:v>08-30</c:v>
                </c:pt>
                <c:pt idx="18">
                  <c:v>09-06</c:v>
                </c:pt>
                <c:pt idx="19">
                  <c:v>09-13</c:v>
                </c:pt>
                <c:pt idx="20">
                  <c:v>09-20</c:v>
                </c:pt>
                <c:pt idx="21">
                  <c:v>09-27</c:v>
                </c:pt>
                <c:pt idx="22">
                  <c:v>10-04</c:v>
                </c:pt>
                <c:pt idx="23">
                  <c:v>10-11</c:v>
                </c:pt>
                <c:pt idx="24">
                  <c:v>10-18</c:v>
                </c:pt>
                <c:pt idx="25">
                  <c:v>10-25</c:v>
                </c:pt>
                <c:pt idx="26">
                  <c:v>11-01</c:v>
                </c:pt>
                <c:pt idx="27">
                  <c:v>11-08</c:v>
                </c:pt>
                <c:pt idx="28">
                  <c:v>11-15</c:v>
                </c:pt>
                <c:pt idx="29">
                  <c:v>11-22</c:v>
                </c:pt>
                <c:pt idx="30">
                  <c:v>11-29</c:v>
                </c:pt>
                <c:pt idx="31">
                  <c:v>12-06</c:v>
                </c:pt>
                <c:pt idx="32">
                  <c:v>12-13</c:v>
                </c:pt>
                <c:pt idx="33">
                  <c:v>12-20</c:v>
                </c:pt>
                <c:pt idx="34">
                  <c:v>12-27</c:v>
                </c:pt>
                <c:pt idx="35">
                  <c:v>01-03</c:v>
                </c:pt>
                <c:pt idx="36">
                  <c:v>01-10</c:v>
                </c:pt>
                <c:pt idx="37">
                  <c:v>01-17</c:v>
                </c:pt>
                <c:pt idx="38">
                  <c:v>01-24</c:v>
                </c:pt>
                <c:pt idx="39">
                  <c:v>01-31</c:v>
                </c:pt>
                <c:pt idx="40">
                  <c:v>02-07</c:v>
                </c:pt>
                <c:pt idx="41">
                  <c:v>02-14</c:v>
                </c:pt>
                <c:pt idx="42">
                  <c:v>02-21</c:v>
                </c:pt>
                <c:pt idx="43">
                  <c:v>02-28</c:v>
                </c:pt>
                <c:pt idx="44">
                  <c:v>03-07</c:v>
                </c:pt>
                <c:pt idx="45">
                  <c:v>03-14</c:v>
                </c:pt>
                <c:pt idx="46">
                  <c:v>03-21</c:v>
                </c:pt>
                <c:pt idx="47">
                  <c:v>03-28</c:v>
                </c:pt>
                <c:pt idx="48">
                  <c:v>04-04</c:v>
                </c:pt>
                <c:pt idx="49">
                  <c:v>04-11</c:v>
                </c:pt>
                <c:pt idx="50">
                  <c:v>04-18</c:v>
                </c:pt>
                <c:pt idx="51">
                  <c:v>04-25</c:v>
                </c:pt>
                <c:pt idx="52">
                  <c:v>05-02</c:v>
                </c:pt>
                <c:pt idx="53">
                  <c:v>05-09</c:v>
                </c:pt>
                <c:pt idx="54">
                  <c:v>05-16</c:v>
                </c:pt>
                <c:pt idx="55">
                  <c:v>05-23</c:v>
                </c:pt>
                <c:pt idx="56">
                  <c:v>05-30</c:v>
                </c:pt>
                <c:pt idx="57">
                  <c:v>06-06</c:v>
                </c:pt>
                <c:pt idx="58">
                  <c:v>06-13</c:v>
                </c:pt>
                <c:pt idx="59">
                  <c:v>06-20</c:v>
                </c:pt>
                <c:pt idx="60">
                  <c:v>06-27</c:v>
                </c:pt>
                <c:pt idx="61">
                  <c:v>07-04</c:v>
                </c:pt>
                <c:pt idx="62">
                  <c:v>07-11</c:v>
                </c:pt>
                <c:pt idx="63">
                  <c:v>07-18</c:v>
                </c:pt>
                <c:pt idx="64">
                  <c:v>07-25</c:v>
                </c:pt>
                <c:pt idx="65">
                  <c:v>08-01</c:v>
                </c:pt>
                <c:pt idx="66">
                  <c:v>08-08</c:v>
                </c:pt>
                <c:pt idx="67">
                  <c:v>08-15</c:v>
                </c:pt>
                <c:pt idx="68">
                  <c:v>08-22</c:v>
                </c:pt>
                <c:pt idx="69">
                  <c:v>08-29</c:v>
                </c:pt>
                <c:pt idx="70">
                  <c:v>09-05</c:v>
                </c:pt>
                <c:pt idx="71">
                  <c:v>09-12</c:v>
                </c:pt>
                <c:pt idx="72">
                  <c:v>09-19</c:v>
                </c:pt>
                <c:pt idx="73">
                  <c:v>09-26</c:v>
                </c:pt>
                <c:pt idx="74">
                  <c:v>10-03</c:v>
                </c:pt>
                <c:pt idx="75">
                  <c:v>10-10</c:v>
                </c:pt>
                <c:pt idx="76">
                  <c:v>10-17</c:v>
                </c:pt>
                <c:pt idx="77">
                  <c:v>10-24</c:v>
                </c:pt>
                <c:pt idx="78">
                  <c:v>10-31</c:v>
                </c:pt>
                <c:pt idx="79">
                  <c:v>11-07</c:v>
                </c:pt>
                <c:pt idx="80">
                  <c:v>11-14</c:v>
                </c:pt>
                <c:pt idx="81">
                  <c:v>11-21</c:v>
                </c:pt>
                <c:pt idx="82">
                  <c:v>11-28</c:v>
                </c:pt>
                <c:pt idx="83">
                  <c:v>12-05</c:v>
                </c:pt>
                <c:pt idx="84">
                  <c:v>12-12</c:v>
                </c:pt>
                <c:pt idx="85">
                  <c:v>12-19</c:v>
                </c:pt>
                <c:pt idx="86">
                  <c:v>12-26</c:v>
                </c:pt>
                <c:pt idx="87">
                  <c:v>01-02</c:v>
                </c:pt>
                <c:pt idx="88">
                  <c:v>01-09</c:v>
                </c:pt>
                <c:pt idx="89">
                  <c:v>01-16</c:v>
                </c:pt>
                <c:pt idx="90">
                  <c:v>01-23</c:v>
                </c:pt>
                <c:pt idx="91">
                  <c:v>01-30</c:v>
                </c:pt>
                <c:pt idx="92">
                  <c:v>02-06</c:v>
                </c:pt>
                <c:pt idx="93">
                  <c:v>02-13</c:v>
                </c:pt>
                <c:pt idx="94">
                  <c:v>02-20</c:v>
                </c:pt>
                <c:pt idx="95">
                  <c:v>02-27</c:v>
                </c:pt>
                <c:pt idx="96">
                  <c:v>03-06</c:v>
                </c:pt>
                <c:pt idx="97">
                  <c:v>03-13</c:v>
                </c:pt>
                <c:pt idx="98">
                  <c:v>03-20</c:v>
                </c:pt>
                <c:pt idx="99">
                  <c:v>03-27</c:v>
                </c:pt>
                <c:pt idx="100">
                  <c:v>04-03</c:v>
                </c:pt>
                <c:pt idx="101">
                  <c:v>04-10</c:v>
                </c:pt>
                <c:pt idx="102">
                  <c:v>04-17</c:v>
                </c:pt>
                <c:pt idx="103">
                  <c:v>04-24</c:v>
                </c:pt>
                <c:pt idx="104">
                  <c:v>05-01</c:v>
                </c:pt>
                <c:pt idx="105">
                  <c:v>05-08</c:v>
                </c:pt>
                <c:pt idx="106">
                  <c:v>05-15</c:v>
                </c:pt>
                <c:pt idx="107">
                  <c:v>05-22</c:v>
                </c:pt>
                <c:pt idx="108">
                  <c:v>05-29</c:v>
                </c:pt>
                <c:pt idx="109">
                  <c:v>06-05</c:v>
                </c:pt>
                <c:pt idx="110">
                  <c:v>06-12</c:v>
                </c:pt>
                <c:pt idx="111">
                  <c:v>06-19</c:v>
                </c:pt>
                <c:pt idx="112">
                  <c:v>06-26</c:v>
                </c:pt>
                <c:pt idx="113">
                  <c:v>07-03</c:v>
                </c:pt>
                <c:pt idx="114">
                  <c:v>07-10</c:v>
                </c:pt>
                <c:pt idx="115">
                  <c:v>07-17</c:v>
                </c:pt>
                <c:pt idx="116">
                  <c:v>07-24</c:v>
                </c:pt>
                <c:pt idx="117">
                  <c:v>07-31</c:v>
                </c:pt>
                <c:pt idx="118">
                  <c:v>08-07</c:v>
                </c:pt>
                <c:pt idx="119">
                  <c:v>08-14</c:v>
                </c:pt>
                <c:pt idx="120">
                  <c:v>08-21</c:v>
                </c:pt>
                <c:pt idx="121">
                  <c:v>08-28</c:v>
                </c:pt>
                <c:pt idx="122">
                  <c:v>09-04</c:v>
                </c:pt>
                <c:pt idx="123">
                  <c:v>09-11</c:v>
                </c:pt>
                <c:pt idx="124">
                  <c:v>09-18</c:v>
                </c:pt>
                <c:pt idx="125">
                  <c:v>09-25</c:v>
                </c:pt>
              </c:strCache>
            </c:strRef>
          </c:cat>
          <c:val>
            <c:numRef>
              <c:f>Sheet1!$C$2:$C$127</c:f>
              <c:numCache>
                <c:formatCode>General</c:formatCode>
                <c:ptCount val="126"/>
                <c:pt idx="0">
                  <c:v>5725.484189</c:v>
                </c:pt>
                <c:pt idx="1">
                  <c:v>1638.850675</c:v>
                </c:pt>
                <c:pt idx="2">
                  <c:v>4313.147015</c:v>
                </c:pt>
                <c:pt idx="3">
                  <c:v>2994.947359</c:v>
                </c:pt>
                <c:pt idx="4">
                  <c:v>2641.888853</c:v>
                </c:pt>
                <c:pt idx="5">
                  <c:v>4278.222576</c:v>
                </c:pt>
                <c:pt idx="6">
                  <c:v>4563.783406</c:v>
                </c:pt>
                <c:pt idx="7">
                  <c:v>6462.704019</c:v>
                </c:pt>
                <c:pt idx="8">
                  <c:v>3779.799789</c:v>
                </c:pt>
                <c:pt idx="9">
                  <c:v>2423.066339</c:v>
                </c:pt>
                <c:pt idx="10">
                  <c:v>3348.021665</c:v>
                </c:pt>
                <c:pt idx="11">
                  <c:v>3364.509729</c:v>
                </c:pt>
                <c:pt idx="12">
                  <c:v>6461.194162</c:v>
                </c:pt>
                <c:pt idx="13">
                  <c:v>3516.990097</c:v>
                </c:pt>
                <c:pt idx="14">
                  <c:v>3013.276317</c:v>
                </c:pt>
                <c:pt idx="15">
                  <c:v>5642.502797</c:v>
                </c:pt>
                <c:pt idx="16">
                  <c:v>1934.113035</c:v>
                </c:pt>
                <c:pt idx="17">
                  <c:v>4404.319644</c:v>
                </c:pt>
                <c:pt idx="18">
                  <c:v>4055.775243</c:v>
                </c:pt>
                <c:pt idx="19">
                  <c:v>3397.088594</c:v>
                </c:pt>
                <c:pt idx="20">
                  <c:v>2822.717287</c:v>
                </c:pt>
                <c:pt idx="21">
                  <c:v>2747.745541</c:v>
                </c:pt>
                <c:pt idx="22">
                  <c:v>5330.201404</c:v>
                </c:pt>
                <c:pt idx="23">
                  <c:v>2454.145801</c:v>
                </c:pt>
                <c:pt idx="24">
                  <c:v>3138.57606</c:v>
                </c:pt>
                <c:pt idx="25">
                  <c:v>2949.806263</c:v>
                </c:pt>
                <c:pt idx="26">
                  <c:v>3556.774953</c:v>
                </c:pt>
                <c:pt idx="27">
                  <c:v>6082.885584</c:v>
                </c:pt>
                <c:pt idx="28">
                  <c:v>4367.006579</c:v>
                </c:pt>
                <c:pt idx="29">
                  <c:v>5017.682184</c:v>
                </c:pt>
                <c:pt idx="30">
                  <c:v>3699.504136</c:v>
                </c:pt>
                <c:pt idx="31">
                  <c:v>8582.075203</c:v>
                </c:pt>
                <c:pt idx="32">
                  <c:v>2380.049294</c:v>
                </c:pt>
                <c:pt idx="33">
                  <c:v>10245.872135</c:v>
                </c:pt>
                <c:pt idx="34">
                  <c:v>3904.867144</c:v>
                </c:pt>
                <c:pt idx="35">
                  <c:v>2908.293893</c:v>
                </c:pt>
                <c:pt idx="36">
                  <c:v>7496.855571</c:v>
                </c:pt>
                <c:pt idx="37">
                  <c:v>8539.098356</c:v>
                </c:pt>
                <c:pt idx="38">
                  <c:v>4771.947138</c:v>
                </c:pt>
                <c:pt idx="39">
                  <c:v>7636.225203</c:v>
                </c:pt>
                <c:pt idx="40">
                  <c:v>7988.257875</c:v>
                </c:pt>
                <c:pt idx="41">
                  <c:v>5719.658623</c:v>
                </c:pt>
                <c:pt idx="42">
                  <c:v>10644.358797</c:v>
                </c:pt>
                <c:pt idx="43">
                  <c:v>5015.007344</c:v>
                </c:pt>
                <c:pt idx="44">
                  <c:v>7545.032961</c:v>
                </c:pt>
                <c:pt idx="45">
                  <c:v>5701.92856</c:v>
                </c:pt>
                <c:pt idx="46">
                  <c:v>8467.526824</c:v>
                </c:pt>
                <c:pt idx="47">
                  <c:v>10347.208751</c:v>
                </c:pt>
                <c:pt idx="48">
                  <c:v>5170.546016</c:v>
                </c:pt>
                <c:pt idx="49">
                  <c:v>5765.730103</c:v>
                </c:pt>
                <c:pt idx="50">
                  <c:v>5302.315279</c:v>
                </c:pt>
                <c:pt idx="51">
                  <c:v>4664.988187</c:v>
                </c:pt>
                <c:pt idx="52">
                  <c:v>3010.653671</c:v>
                </c:pt>
                <c:pt idx="53">
                  <c:v>5386.126775</c:v>
                </c:pt>
                <c:pt idx="54">
                  <c:v>3437.970825</c:v>
                </c:pt>
                <c:pt idx="55">
                  <c:v>4502.68166</c:v>
                </c:pt>
                <c:pt idx="56">
                  <c:v>9270.234315</c:v>
                </c:pt>
                <c:pt idx="57">
                  <c:v>8780.57779</c:v>
                </c:pt>
                <c:pt idx="58">
                  <c:v>10753.926626</c:v>
                </c:pt>
                <c:pt idx="59">
                  <c:v>7987.432765</c:v>
                </c:pt>
                <c:pt idx="60">
                  <c:v>13939.391409</c:v>
                </c:pt>
                <c:pt idx="61">
                  <c:v>6798.02834</c:v>
                </c:pt>
                <c:pt idx="62">
                  <c:v>6585.737993</c:v>
                </c:pt>
                <c:pt idx="63">
                  <c:v>6276.459022</c:v>
                </c:pt>
                <c:pt idx="64">
                  <c:v>12862.889803</c:v>
                </c:pt>
                <c:pt idx="65">
                  <c:v>4797.727224</c:v>
                </c:pt>
                <c:pt idx="66">
                  <c:v>10387.270964</c:v>
                </c:pt>
                <c:pt idx="67">
                  <c:v>13513.510736</c:v>
                </c:pt>
                <c:pt idx="68">
                  <c:v>3723.119101</c:v>
                </c:pt>
                <c:pt idx="69">
                  <c:v>5136.215929</c:v>
                </c:pt>
                <c:pt idx="70">
                  <c:v>10898.681507</c:v>
                </c:pt>
                <c:pt idx="71">
                  <c:v>9727.371501</c:v>
                </c:pt>
                <c:pt idx="72">
                  <c:v>4361.75026</c:v>
                </c:pt>
                <c:pt idx="73">
                  <c:v>13219.94892</c:v>
                </c:pt>
                <c:pt idx="74">
                  <c:v>13199.592546</c:v>
                </c:pt>
                <c:pt idx="75">
                  <c:v>8171.684339</c:v>
                </c:pt>
                <c:pt idx="76">
                  <c:v>12292.68077</c:v>
                </c:pt>
                <c:pt idx="77">
                  <c:v>7685.93239</c:v>
                </c:pt>
                <c:pt idx="78">
                  <c:v>4338.922328</c:v>
                </c:pt>
                <c:pt idx="79">
                  <c:v>7866.193476</c:v>
                </c:pt>
                <c:pt idx="80">
                  <c:v>7487.706454</c:v>
                </c:pt>
                <c:pt idx="81">
                  <c:v>11587.980037</c:v>
                </c:pt>
                <c:pt idx="82">
                  <c:v>8398.893383</c:v>
                </c:pt>
                <c:pt idx="83">
                  <c:v>4947.644431</c:v>
                </c:pt>
                <c:pt idx="84">
                  <c:v>7549.702287</c:v>
                </c:pt>
                <c:pt idx="85">
                  <c:v>8129.999435</c:v>
                </c:pt>
                <c:pt idx="86">
                  <c:v>8799.537496</c:v>
                </c:pt>
                <c:pt idx="87">
                  <c:v>7871.634947</c:v>
                </c:pt>
                <c:pt idx="88">
                  <c:v>10987.00314</c:v>
                </c:pt>
                <c:pt idx="89">
                  <c:v>13161.979207</c:v>
                </c:pt>
                <c:pt idx="90">
                  <c:v>10064.482916</c:v>
                </c:pt>
                <c:pt idx="91">
                  <c:v>11837.432307</c:v>
                </c:pt>
                <c:pt idx="92">
                  <c:v>14573.408499</c:v>
                </c:pt>
                <c:pt idx="93">
                  <c:v>11399.72533</c:v>
                </c:pt>
                <c:pt idx="94">
                  <c:v>11592.806132</c:v>
                </c:pt>
                <c:pt idx="95">
                  <c:v>16521.978884</c:v>
                </c:pt>
                <c:pt idx="96">
                  <c:v>8721.084718</c:v>
                </c:pt>
                <c:pt idx="97">
                  <c:v>13899.383505</c:v>
                </c:pt>
                <c:pt idx="98">
                  <c:v>7135.398996</c:v>
                </c:pt>
                <c:pt idx="99">
                  <c:v>16519.320933</c:v>
                </c:pt>
                <c:pt idx="100">
                  <c:v>11758.193583</c:v>
                </c:pt>
                <c:pt idx="101">
                  <c:v>8076.732708</c:v>
                </c:pt>
                <c:pt idx="102">
                  <c:v>4750.393489</c:v>
                </c:pt>
                <c:pt idx="103">
                  <c:v>13290.124248</c:v>
                </c:pt>
                <c:pt idx="104">
                  <c:v>14065.013933</c:v>
                </c:pt>
                <c:pt idx="105">
                  <c:v>12449.780061</c:v>
                </c:pt>
                <c:pt idx="106">
                  <c:v>18825.8407</c:v>
                </c:pt>
                <c:pt idx="107">
                  <c:v>9182.85054</c:v>
                </c:pt>
                <c:pt idx="108">
                  <c:v>8162.630966</c:v>
                </c:pt>
                <c:pt idx="109">
                  <c:v>15683.396122</c:v>
                </c:pt>
                <c:pt idx="110">
                  <c:v>14006.10869</c:v>
                </c:pt>
                <c:pt idx="111">
                  <c:v>6478.750415</c:v>
                </c:pt>
                <c:pt idx="112">
                  <c:v>7937.72654</c:v>
                </c:pt>
                <c:pt idx="113">
                  <c:v>12950.811543</c:v>
                </c:pt>
                <c:pt idx="114">
                  <c:v>9909.385047</c:v>
                </c:pt>
                <c:pt idx="115">
                  <c:v>10649.55837</c:v>
                </c:pt>
                <c:pt idx="116">
                  <c:v>5473.56724</c:v>
                </c:pt>
                <c:pt idx="117">
                  <c:v>8920.896618</c:v>
                </c:pt>
                <c:pt idx="118">
                  <c:v>11184.611783</c:v>
                </c:pt>
                <c:pt idx="119">
                  <c:v>17095.614638</c:v>
                </c:pt>
                <c:pt idx="120">
                  <c:v>14644.416059</c:v>
                </c:pt>
                <c:pt idx="121">
                  <c:v>17012.954987</c:v>
                </c:pt>
                <c:pt idx="122">
                  <c:v>17353.214086</c:v>
                </c:pt>
                <c:pt idx="123">
                  <c:v>17700.278368</c:v>
                </c:pt>
                <c:pt idx="124">
                  <c:v>18054.283935</c:v>
                </c:pt>
                <c:pt idx="125">
                  <c:v>18415.369614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  <c:tickLblSkip val="14"/>
        <c:tickMarkSkip val="14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D9DEE8"/>
            </a:solidFill>
          </a:ln>
        </c:spPr>
        <c:txPr>
          <a:bodyPr/>
          <a:lstStyle/>
          <a:p>
            <a:pPr>
              <a:defRPr sz="900">
                <a:solidFill>
                  <a:srgbClr val="50535A"/>
                </a:solidFill>
                <a:latin typeface="Roboto"/>
              </a:defRPr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000">
              <a:latin typeface="Roboto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31089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71D49"/>
                </a:solidFill>
                <a:latin typeface="Montserrat Medium"/>
              </a:rPr>
              <a:t>SKYRIZI IBD  ·  WEEKLY TRX BY INDICATION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310896"/>
            <a:ext cx="1737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50" b="1" i="0">
                <a:solidFill>
                  <a:srgbClr val="E40D62"/>
                </a:solidFill>
                <a:latin typeface="Montserrat Medium"/>
              </a:rPr>
              <a:t>01 OF 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03504"/>
            <a:ext cx="11384280" cy="16459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749808"/>
            <a:ext cx="11338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71D49"/>
                </a:solidFill>
                <a:latin typeface="Montserrat Medium"/>
              </a:rPr>
              <a:t>Crohn's Dominates Skyrizi's IBD Mix — but Ulcerative Colitis Is Climbing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8" y="1591056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1">
                <a:solidFill>
                  <a:srgbClr val="50535A"/>
                </a:solidFill>
                <a:latin typeface="Roboto"/>
              </a:rPr>
              <a:t>Skyrizi's weekly IBD volume has scaled from ~5,838 to ~25,483 TRx since May 2024. Crohn's has led in every week; ulcerative colitis has grown from ~2% to ~28% of the mix since its 2024 launch.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0428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50535A"/>
                </a:solidFill>
                <a:latin typeface="Montserrat Medium"/>
              </a:rPr>
              <a:t>WEEKLY TRX — UC VS CD (FULL SERIES)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2606040"/>
          <a:ext cx="68580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589520" y="260604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58775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Crohn's dominates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91693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CD ~18,415 vs UC ~7,067 TRx in the latest week (09-25) — about a 72/28 CD/UC split.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79476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77647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UC is the growth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10565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Ulcerative colitis has risen from ~2% to ~28% of Skyrizi's IBD mix since its 2024 launch.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4983480"/>
            <a:ext cx="777240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40D62"/>
                </a:solidFill>
                <a:latin typeface="Montserrat Medium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965192"/>
            <a:ext cx="3657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71D49"/>
                </a:solidFill>
                <a:latin typeface="Montserrat Medium"/>
              </a:rPr>
              <a:t>~4x ramp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5294376"/>
            <a:ext cx="3703320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0">
                <a:solidFill>
                  <a:srgbClr val="50535A"/>
                </a:solidFill>
                <a:latin typeface="Roboto"/>
              </a:rPr>
              <a:t>Skyrizi's IBD volume rose from ~5,838 to ~25,483 weekly TRx (OBI maintenance is ~99.9% of it).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11384280" cy="420624"/>
          </a:xfrm>
          <a:prstGeom prst="rect">
            <a:avLst/>
          </a:prstGeom>
          <a:solidFill>
            <a:srgbClr val="FB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5943600"/>
            <a:ext cx="54864" cy="420624"/>
          </a:xfrm>
          <a:prstGeom prst="rect">
            <a:avLst/>
          </a:prstGeom>
          <a:solidFill>
            <a:srgbClr val="E40D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106424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E40D62"/>
                </a:solidFill>
                <a:latin typeface="Roboto"/>
              </a:rPr>
              <a:t>TL;DR   </a:t>
            </a:r>
            <a:r>
              <a:rPr sz="1150" b="0" i="0">
                <a:solidFill>
                  <a:srgbClr val="071D49"/>
                </a:solidFill>
                <a:latin typeface="Roboto"/>
              </a:rPr>
              <a:t>Within Skyrizi's IBD business, Crohn's is the dominant indication (~72% of TRx) while ulcerative colitis is the faster-growing share since its 2024 launch.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437376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40D62"/>
                </a:solidFill>
                <a:latin typeface="Montserrat Medium"/>
              </a:rPr>
              <a:t>▶ </a:t>
            </a:r>
            <a:r>
              <a:rPr sz="1100" b="1" i="0">
                <a:solidFill>
                  <a:srgbClr val="071D49"/>
                </a:solidFill>
                <a:latin typeface="Montserrat Medium"/>
              </a:rPr>
              <a:t>DataZymes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3737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071D49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
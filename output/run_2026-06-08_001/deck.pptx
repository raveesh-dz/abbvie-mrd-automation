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Ulcerative Colitis (UC)</c:v>
                </c:pt>
              </c:strCache>
            </c:strRef>
          </c:tx>
          <c:spPr>
            <a:ln w="28575">
              <a:solidFill>
                <a:srgbClr val="07B2AC"/>
              </a:solidFill>
            </a:ln>
          </c:spPr>
          <c:marker>
            <c:symbol val="none"/>
          </c:marker>
          <c:cat>
            <c:strRef>
              <c:f>Sheet1!$A$2:$A$115</c:f>
              <c:strCache>
                <c:ptCount val="114"/>
                <c:pt idx="0">
                  <c:v>05-03</c:v>
                </c:pt>
                <c:pt idx="1">
                  <c:v>05-10</c:v>
                </c:pt>
                <c:pt idx="2">
                  <c:v>05-17</c:v>
                </c:pt>
                <c:pt idx="3">
                  <c:v>05-24</c:v>
                </c:pt>
                <c:pt idx="4">
                  <c:v>05-31</c:v>
                </c:pt>
                <c:pt idx="5">
                  <c:v>06-07</c:v>
                </c:pt>
                <c:pt idx="6">
                  <c:v>06-14</c:v>
                </c:pt>
                <c:pt idx="7">
                  <c:v>06-21</c:v>
                </c:pt>
                <c:pt idx="8">
                  <c:v>06-28</c:v>
                </c:pt>
                <c:pt idx="9">
                  <c:v>07-05</c:v>
                </c:pt>
                <c:pt idx="10">
                  <c:v>07-12</c:v>
                </c:pt>
                <c:pt idx="11">
                  <c:v>07-19</c:v>
                </c:pt>
                <c:pt idx="12">
                  <c:v>07-26</c:v>
                </c:pt>
                <c:pt idx="13">
                  <c:v>08-02</c:v>
                </c:pt>
                <c:pt idx="14">
                  <c:v>08-09</c:v>
                </c:pt>
                <c:pt idx="15">
                  <c:v>08-16</c:v>
                </c:pt>
                <c:pt idx="16">
                  <c:v>08-23</c:v>
                </c:pt>
                <c:pt idx="17">
                  <c:v>08-30</c:v>
                </c:pt>
                <c:pt idx="18">
                  <c:v>09-06</c:v>
                </c:pt>
                <c:pt idx="19">
                  <c:v>09-13</c:v>
                </c:pt>
                <c:pt idx="20">
                  <c:v>09-20</c:v>
                </c:pt>
                <c:pt idx="21">
                  <c:v>09-27</c:v>
                </c:pt>
                <c:pt idx="22">
                  <c:v>10-04</c:v>
                </c:pt>
                <c:pt idx="23">
                  <c:v>10-11</c:v>
                </c:pt>
                <c:pt idx="24">
                  <c:v>10-18</c:v>
                </c:pt>
                <c:pt idx="25">
                  <c:v>10-25</c:v>
                </c:pt>
                <c:pt idx="26">
                  <c:v>11-01</c:v>
                </c:pt>
                <c:pt idx="27">
                  <c:v>11-08</c:v>
                </c:pt>
                <c:pt idx="28">
                  <c:v>11-15</c:v>
                </c:pt>
                <c:pt idx="29">
                  <c:v>11-22</c:v>
                </c:pt>
                <c:pt idx="30">
                  <c:v>11-29</c:v>
                </c:pt>
                <c:pt idx="31">
                  <c:v>12-06</c:v>
                </c:pt>
                <c:pt idx="32">
                  <c:v>12-13</c:v>
                </c:pt>
                <c:pt idx="33">
                  <c:v>12-20</c:v>
                </c:pt>
                <c:pt idx="34">
                  <c:v>12-27</c:v>
                </c:pt>
                <c:pt idx="35">
                  <c:v>01-03</c:v>
                </c:pt>
                <c:pt idx="36">
                  <c:v>01-10</c:v>
                </c:pt>
                <c:pt idx="37">
                  <c:v>01-17</c:v>
                </c:pt>
                <c:pt idx="38">
                  <c:v>01-24</c:v>
                </c:pt>
                <c:pt idx="39">
                  <c:v>01-31</c:v>
                </c:pt>
                <c:pt idx="40">
                  <c:v>02-07</c:v>
                </c:pt>
                <c:pt idx="41">
                  <c:v>02-14</c:v>
                </c:pt>
                <c:pt idx="42">
                  <c:v>02-21</c:v>
                </c:pt>
                <c:pt idx="43">
                  <c:v>02-28</c:v>
                </c:pt>
                <c:pt idx="44">
                  <c:v>03-07</c:v>
                </c:pt>
                <c:pt idx="45">
                  <c:v>03-14</c:v>
                </c:pt>
                <c:pt idx="46">
                  <c:v>03-21</c:v>
                </c:pt>
                <c:pt idx="47">
                  <c:v>03-28</c:v>
                </c:pt>
                <c:pt idx="48">
                  <c:v>04-04</c:v>
                </c:pt>
                <c:pt idx="49">
                  <c:v>04-11</c:v>
                </c:pt>
                <c:pt idx="50">
                  <c:v>04-18</c:v>
                </c:pt>
                <c:pt idx="51">
                  <c:v>04-25</c:v>
                </c:pt>
                <c:pt idx="52">
                  <c:v>05-02</c:v>
                </c:pt>
                <c:pt idx="53">
                  <c:v>05-09</c:v>
                </c:pt>
                <c:pt idx="54">
                  <c:v>05-16</c:v>
                </c:pt>
                <c:pt idx="55">
                  <c:v>05-23</c:v>
                </c:pt>
                <c:pt idx="56">
                  <c:v>05-30</c:v>
                </c:pt>
                <c:pt idx="57">
                  <c:v>06-06</c:v>
                </c:pt>
                <c:pt idx="58">
                  <c:v>06-13</c:v>
                </c:pt>
                <c:pt idx="59">
                  <c:v>06-20</c:v>
                </c:pt>
                <c:pt idx="60">
                  <c:v>06-27</c:v>
                </c:pt>
                <c:pt idx="61">
                  <c:v>07-04</c:v>
                </c:pt>
                <c:pt idx="62">
                  <c:v>07-11</c:v>
                </c:pt>
                <c:pt idx="63">
                  <c:v>07-18</c:v>
                </c:pt>
                <c:pt idx="64">
                  <c:v>07-25</c:v>
                </c:pt>
                <c:pt idx="65">
                  <c:v>08-01</c:v>
                </c:pt>
                <c:pt idx="66">
                  <c:v>08-08</c:v>
                </c:pt>
                <c:pt idx="67">
                  <c:v>08-15</c:v>
                </c:pt>
                <c:pt idx="68">
                  <c:v>08-22</c:v>
                </c:pt>
                <c:pt idx="69">
                  <c:v>08-29</c:v>
                </c:pt>
                <c:pt idx="70">
                  <c:v>09-05</c:v>
                </c:pt>
                <c:pt idx="71">
                  <c:v>09-12</c:v>
                </c:pt>
                <c:pt idx="72">
                  <c:v>09-19</c:v>
                </c:pt>
                <c:pt idx="73">
                  <c:v>09-26</c:v>
                </c:pt>
                <c:pt idx="74">
                  <c:v>10-03</c:v>
                </c:pt>
                <c:pt idx="75">
                  <c:v>10-10</c:v>
                </c:pt>
                <c:pt idx="76">
                  <c:v>10-17</c:v>
                </c:pt>
                <c:pt idx="77">
                  <c:v>10-24</c:v>
                </c:pt>
                <c:pt idx="78">
                  <c:v>10-31</c:v>
                </c:pt>
                <c:pt idx="79">
                  <c:v>11-07</c:v>
                </c:pt>
                <c:pt idx="80">
                  <c:v>11-14</c:v>
                </c:pt>
                <c:pt idx="81">
                  <c:v>11-21</c:v>
                </c:pt>
                <c:pt idx="82">
                  <c:v>11-28</c:v>
                </c:pt>
                <c:pt idx="83">
                  <c:v>12-05</c:v>
                </c:pt>
                <c:pt idx="84">
                  <c:v>12-12</c:v>
                </c:pt>
                <c:pt idx="85">
                  <c:v>12-19</c:v>
                </c:pt>
                <c:pt idx="86">
                  <c:v>12-26</c:v>
                </c:pt>
                <c:pt idx="87">
                  <c:v>01-02</c:v>
                </c:pt>
                <c:pt idx="88">
                  <c:v>01-09</c:v>
                </c:pt>
                <c:pt idx="89">
                  <c:v>01-16</c:v>
                </c:pt>
                <c:pt idx="90">
                  <c:v>01-23</c:v>
                </c:pt>
                <c:pt idx="91">
                  <c:v>01-30</c:v>
                </c:pt>
                <c:pt idx="92">
                  <c:v>02-06</c:v>
                </c:pt>
                <c:pt idx="93">
                  <c:v>02-13</c:v>
                </c:pt>
                <c:pt idx="94">
                  <c:v>02-20</c:v>
                </c:pt>
                <c:pt idx="95">
                  <c:v>02-27</c:v>
                </c:pt>
                <c:pt idx="96">
                  <c:v>03-06</c:v>
                </c:pt>
                <c:pt idx="97">
                  <c:v>03-13</c:v>
                </c:pt>
                <c:pt idx="98">
                  <c:v>03-20</c:v>
                </c:pt>
                <c:pt idx="99">
                  <c:v>03-27</c:v>
                </c:pt>
                <c:pt idx="100">
                  <c:v>04-03</c:v>
                </c:pt>
                <c:pt idx="101">
                  <c:v>04-10</c:v>
                </c:pt>
                <c:pt idx="102">
                  <c:v>04-17</c:v>
                </c:pt>
                <c:pt idx="103">
                  <c:v>04-24</c:v>
                </c:pt>
                <c:pt idx="104">
                  <c:v>05-01</c:v>
                </c:pt>
                <c:pt idx="105">
                  <c:v>05-08</c:v>
                </c:pt>
                <c:pt idx="106">
                  <c:v>05-15</c:v>
                </c:pt>
                <c:pt idx="107">
                  <c:v>05-22</c:v>
                </c:pt>
                <c:pt idx="108">
                  <c:v>05-29</c:v>
                </c:pt>
                <c:pt idx="109">
                  <c:v>06-05</c:v>
                </c:pt>
                <c:pt idx="110">
                  <c:v>06-12</c:v>
                </c:pt>
                <c:pt idx="111">
                  <c:v>06-19</c:v>
                </c:pt>
                <c:pt idx="112">
                  <c:v>06-26</c:v>
                </c:pt>
                <c:pt idx="113">
                  <c:v>07-03</c:v>
                </c:pt>
              </c:strCache>
            </c:strRef>
          </c:cat>
          <c:val>
            <c:numRef>
              <c:f>Sheet1!$B$2:$B$115</c:f>
              <c:numCache>
                <c:formatCode>General</c:formatCode>
                <c:ptCount val="114"/>
                <c:pt idx="0">
                  <c:v>3.2761</c:v>
                </c:pt>
                <c:pt idx="1">
                  <c:v>2.654476</c:v>
                </c:pt>
                <c:pt idx="2">
                  <c:v>3.325078</c:v>
                </c:pt>
                <c:pt idx="3">
                  <c:v>2.296487</c:v>
                </c:pt>
                <c:pt idx="4">
                  <c:v>2.847735</c:v>
                </c:pt>
                <c:pt idx="5">
                  <c:v>3.466003</c:v>
                </c:pt>
                <c:pt idx="6">
                  <c:v>3.383614</c:v>
                </c:pt>
                <c:pt idx="7">
                  <c:v>3.216755</c:v>
                </c:pt>
                <c:pt idx="8">
                  <c:v>2.331576</c:v>
                </c:pt>
                <c:pt idx="9">
                  <c:v>1.708196</c:v>
                </c:pt>
                <c:pt idx="10">
                  <c:v>2.560256</c:v>
                </c:pt>
                <c:pt idx="11">
                  <c:v>2.344949</c:v>
                </c:pt>
                <c:pt idx="12">
                  <c:v>1.672779</c:v>
                </c:pt>
                <c:pt idx="13">
                  <c:v>1.823509</c:v>
                </c:pt>
                <c:pt idx="14">
                  <c:v>2.469521</c:v>
                </c:pt>
                <c:pt idx="15">
                  <c:v>2.248308</c:v>
                </c:pt>
                <c:pt idx="16">
                  <c:v>2.141902</c:v>
                </c:pt>
                <c:pt idx="17">
                  <c:v>2.83951</c:v>
                </c:pt>
                <c:pt idx="18">
                  <c:v>1.730803</c:v>
                </c:pt>
                <c:pt idx="19">
                  <c:v>2.839312</c:v>
                </c:pt>
                <c:pt idx="20">
                  <c:v>2.429921</c:v>
                </c:pt>
                <c:pt idx="21">
                  <c:v>2.007194</c:v>
                </c:pt>
                <c:pt idx="22">
                  <c:v>2.881987</c:v>
                </c:pt>
                <c:pt idx="23">
                  <c:v>2.824312</c:v>
                </c:pt>
                <c:pt idx="24">
                  <c:v>3.088331</c:v>
                </c:pt>
                <c:pt idx="25">
                  <c:v>2.36245</c:v>
                </c:pt>
                <c:pt idx="26">
                  <c:v>3.881197</c:v>
                </c:pt>
                <c:pt idx="27">
                  <c:v>5.085489</c:v>
                </c:pt>
                <c:pt idx="28">
                  <c:v>5.29906</c:v>
                </c:pt>
                <c:pt idx="29">
                  <c:v>5.199284</c:v>
                </c:pt>
                <c:pt idx="30">
                  <c:v>3.669266</c:v>
                </c:pt>
                <c:pt idx="31">
                  <c:v>7.275571</c:v>
                </c:pt>
                <c:pt idx="32">
                  <c:v>13.856834</c:v>
                </c:pt>
                <c:pt idx="33">
                  <c:v>9.651326</c:v>
                </c:pt>
                <c:pt idx="34">
                  <c:v>10.741294</c:v>
                </c:pt>
                <c:pt idx="35">
                  <c:v>16.334964</c:v>
                </c:pt>
                <c:pt idx="36">
                  <c:v>28.697581</c:v>
                </c:pt>
                <c:pt idx="37">
                  <c:v>35.574538</c:v>
                </c:pt>
                <c:pt idx="38">
                  <c:v>33.214742</c:v>
                </c:pt>
                <c:pt idx="39">
                  <c:v>52.677685</c:v>
                </c:pt>
                <c:pt idx="40">
                  <c:v>72.169156</c:v>
                </c:pt>
                <c:pt idx="41">
                  <c:v>54.777754</c:v>
                </c:pt>
                <c:pt idx="42">
                  <c:v>70.648025</c:v>
                </c:pt>
                <c:pt idx="43">
                  <c:v>73.460192</c:v>
                </c:pt>
                <c:pt idx="44">
                  <c:v>172.964966</c:v>
                </c:pt>
                <c:pt idx="45">
                  <c:v>128.130187</c:v>
                </c:pt>
                <c:pt idx="46">
                  <c:v>137.064847</c:v>
                </c:pt>
                <c:pt idx="47">
                  <c:v>123.441635</c:v>
                </c:pt>
                <c:pt idx="48">
                  <c:v>122.065743</c:v>
                </c:pt>
                <c:pt idx="49">
                  <c:v>195.302447</c:v>
                </c:pt>
                <c:pt idx="50">
                  <c:v>250.784443</c:v>
                </c:pt>
                <c:pt idx="51">
                  <c:v>299.986386</c:v>
                </c:pt>
                <c:pt idx="52">
                  <c:v>297.785441</c:v>
                </c:pt>
                <c:pt idx="53">
                  <c:v>350.195866</c:v>
                </c:pt>
                <c:pt idx="54">
                  <c:v>341.202987</c:v>
                </c:pt>
                <c:pt idx="55">
                  <c:v>436.30876</c:v>
                </c:pt>
                <c:pt idx="56">
                  <c:v>287.079868</c:v>
                </c:pt>
                <c:pt idx="57">
                  <c:v>476.645726</c:v>
                </c:pt>
                <c:pt idx="58">
                  <c:v>652.615088</c:v>
                </c:pt>
                <c:pt idx="59">
                  <c:v>545.823808</c:v>
                </c:pt>
                <c:pt idx="60">
                  <c:v>632.602175</c:v>
                </c:pt>
                <c:pt idx="61">
                  <c:v>468.110258</c:v>
                </c:pt>
                <c:pt idx="62">
                  <c:v>754.186652</c:v>
                </c:pt>
                <c:pt idx="63">
                  <c:v>625.665147</c:v>
                </c:pt>
                <c:pt idx="64">
                  <c:v>820.352805</c:v>
                </c:pt>
                <c:pt idx="65">
                  <c:v>898.122197</c:v>
                </c:pt>
                <c:pt idx="66">
                  <c:v>981.565394</c:v>
                </c:pt>
                <c:pt idx="67">
                  <c:v>839.595859</c:v>
                </c:pt>
                <c:pt idx="68">
                  <c:v>1064.310204</c:v>
                </c:pt>
                <c:pt idx="69">
                  <c:v>1072.353955</c:v>
                </c:pt>
                <c:pt idx="70">
                  <c:v>560.430243</c:v>
                </c:pt>
                <c:pt idx="71">
                  <c:v>1029.174339</c:v>
                </c:pt>
                <c:pt idx="72">
                  <c:v>1026.153838</c:v>
                </c:pt>
                <c:pt idx="73">
                  <c:v>1216.897619</c:v>
                </c:pt>
                <c:pt idx="74">
                  <c:v>1173.835846</c:v>
                </c:pt>
                <c:pt idx="75">
                  <c:v>947.131792</c:v>
                </c:pt>
                <c:pt idx="76">
                  <c:v>1538.457412</c:v>
                </c:pt>
                <c:pt idx="77">
                  <c:v>1332.499848</c:v>
                </c:pt>
                <c:pt idx="78">
                  <c:v>1471.457986</c:v>
                </c:pt>
                <c:pt idx="79">
                  <c:v>1824.01161</c:v>
                </c:pt>
                <c:pt idx="80">
                  <c:v>1310.981799</c:v>
                </c:pt>
                <c:pt idx="81">
                  <c:v>1420.930835</c:v>
                </c:pt>
                <c:pt idx="82">
                  <c:v>1221.21711</c:v>
                </c:pt>
                <c:pt idx="83">
                  <c:v>1549.763667</c:v>
                </c:pt>
                <c:pt idx="84">
                  <c:v>1994.870789</c:v>
                </c:pt>
                <c:pt idx="85">
                  <c:v>2322.145894</c:v>
                </c:pt>
                <c:pt idx="86">
                  <c:v>1312.630702</c:v>
                </c:pt>
                <c:pt idx="87">
                  <c:v>1784.193506</c:v>
                </c:pt>
                <c:pt idx="88">
                  <c:v>2210.01283</c:v>
                </c:pt>
                <c:pt idx="89">
                  <c:v>2046.976574</c:v>
                </c:pt>
                <c:pt idx="90">
                  <c:v>1762.936301</c:v>
                </c:pt>
                <c:pt idx="91">
                  <c:v>1419.5376</c:v>
                </c:pt>
                <c:pt idx="92">
                  <c:v>2990.551275</c:v>
                </c:pt>
                <c:pt idx="93">
                  <c:v>3111.095396</c:v>
                </c:pt>
                <c:pt idx="94">
                  <c:v>2128.80404</c:v>
                </c:pt>
                <c:pt idx="95">
                  <c:v>2913.115207</c:v>
                </c:pt>
                <c:pt idx="96">
                  <c:v>2194.477107</c:v>
                </c:pt>
                <c:pt idx="97">
                  <c:v>2305.831085</c:v>
                </c:pt>
                <c:pt idx="98">
                  <c:v>1982.348748</c:v>
                </c:pt>
                <c:pt idx="99">
                  <c:v>2559.50345</c:v>
                </c:pt>
                <c:pt idx="100">
                  <c:v>2047.495579</c:v>
                </c:pt>
                <c:pt idx="101">
                  <c:v>1987.786485</c:v>
                </c:pt>
                <c:pt idx="102">
                  <c:v>2956.534443</c:v>
                </c:pt>
                <c:pt idx="103">
                  <c:v>3044.645466</c:v>
                </c:pt>
                <c:pt idx="104">
                  <c:v>2831.508049</c:v>
                </c:pt>
                <c:pt idx="105">
                  <c:v>3580.891303</c:v>
                </c:pt>
                <c:pt idx="106">
                  <c:v>3742.423584</c:v>
                </c:pt>
                <c:pt idx="107">
                  <c:v>4071.408679</c:v>
                </c:pt>
                <c:pt idx="108">
                  <c:v>2678.415178</c:v>
                </c:pt>
                <c:pt idx="109">
                  <c:v>4054.680471</c:v>
                </c:pt>
                <c:pt idx="110">
                  <c:v>4138.123481</c:v>
                </c:pt>
                <c:pt idx="111">
                  <c:v>4133.085272</c:v>
                </c:pt>
                <c:pt idx="112">
                  <c:v>3659.647996</c:v>
                </c:pt>
                <c:pt idx="113">
                  <c:v>3769.794164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Crohn's (CD)</c:v>
                </c:pt>
              </c:strCache>
            </c:strRef>
          </c:tx>
          <c:spPr>
            <a:ln w="28575">
              <a:solidFill>
                <a:srgbClr val="E40D62"/>
              </a:solidFill>
            </a:ln>
          </c:spPr>
          <c:marker>
            <c:symbol val="none"/>
          </c:marker>
          <c:cat>
            <c:strRef>
              <c:f>Sheet1!$A$2:$A$115</c:f>
              <c:strCache>
                <c:ptCount val="114"/>
                <c:pt idx="0">
                  <c:v>05-03</c:v>
                </c:pt>
                <c:pt idx="1">
                  <c:v>05-10</c:v>
                </c:pt>
                <c:pt idx="2">
                  <c:v>05-17</c:v>
                </c:pt>
                <c:pt idx="3">
                  <c:v>05-24</c:v>
                </c:pt>
                <c:pt idx="4">
                  <c:v>05-31</c:v>
                </c:pt>
                <c:pt idx="5">
                  <c:v>06-07</c:v>
                </c:pt>
                <c:pt idx="6">
                  <c:v>06-14</c:v>
                </c:pt>
                <c:pt idx="7">
                  <c:v>06-21</c:v>
                </c:pt>
                <c:pt idx="8">
                  <c:v>06-28</c:v>
                </c:pt>
                <c:pt idx="9">
                  <c:v>07-05</c:v>
                </c:pt>
                <c:pt idx="10">
                  <c:v>07-12</c:v>
                </c:pt>
                <c:pt idx="11">
                  <c:v>07-19</c:v>
                </c:pt>
                <c:pt idx="12">
                  <c:v>07-26</c:v>
                </c:pt>
                <c:pt idx="13">
                  <c:v>08-02</c:v>
                </c:pt>
                <c:pt idx="14">
                  <c:v>08-09</c:v>
                </c:pt>
                <c:pt idx="15">
                  <c:v>08-16</c:v>
                </c:pt>
                <c:pt idx="16">
                  <c:v>08-23</c:v>
                </c:pt>
                <c:pt idx="17">
                  <c:v>08-30</c:v>
                </c:pt>
                <c:pt idx="18">
                  <c:v>09-06</c:v>
                </c:pt>
                <c:pt idx="19">
                  <c:v>09-13</c:v>
                </c:pt>
                <c:pt idx="20">
                  <c:v>09-20</c:v>
                </c:pt>
                <c:pt idx="21">
                  <c:v>09-27</c:v>
                </c:pt>
                <c:pt idx="22">
                  <c:v>10-04</c:v>
                </c:pt>
                <c:pt idx="23">
                  <c:v>10-11</c:v>
                </c:pt>
                <c:pt idx="24">
                  <c:v>10-18</c:v>
                </c:pt>
                <c:pt idx="25">
                  <c:v>10-25</c:v>
                </c:pt>
                <c:pt idx="26">
                  <c:v>11-01</c:v>
                </c:pt>
                <c:pt idx="27">
                  <c:v>11-08</c:v>
                </c:pt>
                <c:pt idx="28">
                  <c:v>11-15</c:v>
                </c:pt>
                <c:pt idx="29">
                  <c:v>11-22</c:v>
                </c:pt>
                <c:pt idx="30">
                  <c:v>11-29</c:v>
                </c:pt>
                <c:pt idx="31">
                  <c:v>12-06</c:v>
                </c:pt>
                <c:pt idx="32">
                  <c:v>12-13</c:v>
                </c:pt>
                <c:pt idx="33">
                  <c:v>12-20</c:v>
                </c:pt>
                <c:pt idx="34">
                  <c:v>12-27</c:v>
                </c:pt>
                <c:pt idx="35">
                  <c:v>01-03</c:v>
                </c:pt>
                <c:pt idx="36">
                  <c:v>01-10</c:v>
                </c:pt>
                <c:pt idx="37">
                  <c:v>01-17</c:v>
                </c:pt>
                <c:pt idx="38">
                  <c:v>01-24</c:v>
                </c:pt>
                <c:pt idx="39">
                  <c:v>01-31</c:v>
                </c:pt>
                <c:pt idx="40">
                  <c:v>02-07</c:v>
                </c:pt>
                <c:pt idx="41">
                  <c:v>02-14</c:v>
                </c:pt>
                <c:pt idx="42">
                  <c:v>02-21</c:v>
                </c:pt>
                <c:pt idx="43">
                  <c:v>02-28</c:v>
                </c:pt>
                <c:pt idx="44">
                  <c:v>03-07</c:v>
                </c:pt>
                <c:pt idx="45">
                  <c:v>03-14</c:v>
                </c:pt>
                <c:pt idx="46">
                  <c:v>03-21</c:v>
                </c:pt>
                <c:pt idx="47">
                  <c:v>03-28</c:v>
                </c:pt>
                <c:pt idx="48">
                  <c:v>04-04</c:v>
                </c:pt>
                <c:pt idx="49">
                  <c:v>04-11</c:v>
                </c:pt>
                <c:pt idx="50">
                  <c:v>04-18</c:v>
                </c:pt>
                <c:pt idx="51">
                  <c:v>04-25</c:v>
                </c:pt>
                <c:pt idx="52">
                  <c:v>05-02</c:v>
                </c:pt>
                <c:pt idx="53">
                  <c:v>05-09</c:v>
                </c:pt>
                <c:pt idx="54">
                  <c:v>05-16</c:v>
                </c:pt>
                <c:pt idx="55">
                  <c:v>05-23</c:v>
                </c:pt>
                <c:pt idx="56">
                  <c:v>05-30</c:v>
                </c:pt>
                <c:pt idx="57">
                  <c:v>06-06</c:v>
                </c:pt>
                <c:pt idx="58">
                  <c:v>06-13</c:v>
                </c:pt>
                <c:pt idx="59">
                  <c:v>06-20</c:v>
                </c:pt>
                <c:pt idx="60">
                  <c:v>06-27</c:v>
                </c:pt>
                <c:pt idx="61">
                  <c:v>07-04</c:v>
                </c:pt>
                <c:pt idx="62">
                  <c:v>07-11</c:v>
                </c:pt>
                <c:pt idx="63">
                  <c:v>07-18</c:v>
                </c:pt>
                <c:pt idx="64">
                  <c:v>07-25</c:v>
                </c:pt>
                <c:pt idx="65">
                  <c:v>08-01</c:v>
                </c:pt>
                <c:pt idx="66">
                  <c:v>08-08</c:v>
                </c:pt>
                <c:pt idx="67">
                  <c:v>08-15</c:v>
                </c:pt>
                <c:pt idx="68">
                  <c:v>08-22</c:v>
                </c:pt>
                <c:pt idx="69">
                  <c:v>08-29</c:v>
                </c:pt>
                <c:pt idx="70">
                  <c:v>09-05</c:v>
                </c:pt>
                <c:pt idx="71">
                  <c:v>09-12</c:v>
                </c:pt>
                <c:pt idx="72">
                  <c:v>09-19</c:v>
                </c:pt>
                <c:pt idx="73">
                  <c:v>09-26</c:v>
                </c:pt>
                <c:pt idx="74">
                  <c:v>10-03</c:v>
                </c:pt>
                <c:pt idx="75">
                  <c:v>10-10</c:v>
                </c:pt>
                <c:pt idx="76">
                  <c:v>10-17</c:v>
                </c:pt>
                <c:pt idx="77">
                  <c:v>10-24</c:v>
                </c:pt>
                <c:pt idx="78">
                  <c:v>10-31</c:v>
                </c:pt>
                <c:pt idx="79">
                  <c:v>11-07</c:v>
                </c:pt>
                <c:pt idx="80">
                  <c:v>11-14</c:v>
                </c:pt>
                <c:pt idx="81">
                  <c:v>11-21</c:v>
                </c:pt>
                <c:pt idx="82">
                  <c:v>11-28</c:v>
                </c:pt>
                <c:pt idx="83">
                  <c:v>12-05</c:v>
                </c:pt>
                <c:pt idx="84">
                  <c:v>12-12</c:v>
                </c:pt>
                <c:pt idx="85">
                  <c:v>12-19</c:v>
                </c:pt>
                <c:pt idx="86">
                  <c:v>12-26</c:v>
                </c:pt>
                <c:pt idx="87">
                  <c:v>01-02</c:v>
                </c:pt>
                <c:pt idx="88">
                  <c:v>01-09</c:v>
                </c:pt>
                <c:pt idx="89">
                  <c:v>01-16</c:v>
                </c:pt>
                <c:pt idx="90">
                  <c:v>01-23</c:v>
                </c:pt>
                <c:pt idx="91">
                  <c:v>01-30</c:v>
                </c:pt>
                <c:pt idx="92">
                  <c:v>02-06</c:v>
                </c:pt>
                <c:pt idx="93">
                  <c:v>02-13</c:v>
                </c:pt>
                <c:pt idx="94">
                  <c:v>02-20</c:v>
                </c:pt>
                <c:pt idx="95">
                  <c:v>02-27</c:v>
                </c:pt>
                <c:pt idx="96">
                  <c:v>03-06</c:v>
                </c:pt>
                <c:pt idx="97">
                  <c:v>03-13</c:v>
                </c:pt>
                <c:pt idx="98">
                  <c:v>03-20</c:v>
                </c:pt>
                <c:pt idx="99">
                  <c:v>03-27</c:v>
                </c:pt>
                <c:pt idx="100">
                  <c:v>04-03</c:v>
                </c:pt>
                <c:pt idx="101">
                  <c:v>04-10</c:v>
                </c:pt>
                <c:pt idx="102">
                  <c:v>04-17</c:v>
                </c:pt>
                <c:pt idx="103">
                  <c:v>04-24</c:v>
                </c:pt>
                <c:pt idx="104">
                  <c:v>05-01</c:v>
                </c:pt>
                <c:pt idx="105">
                  <c:v>05-08</c:v>
                </c:pt>
                <c:pt idx="106">
                  <c:v>05-15</c:v>
                </c:pt>
                <c:pt idx="107">
                  <c:v>05-22</c:v>
                </c:pt>
                <c:pt idx="108">
                  <c:v>05-29</c:v>
                </c:pt>
                <c:pt idx="109">
                  <c:v>06-05</c:v>
                </c:pt>
                <c:pt idx="110">
                  <c:v>06-12</c:v>
                </c:pt>
                <c:pt idx="111">
                  <c:v>06-19</c:v>
                </c:pt>
                <c:pt idx="112">
                  <c:v>06-26</c:v>
                </c:pt>
                <c:pt idx="113">
                  <c:v>07-03</c:v>
                </c:pt>
              </c:strCache>
            </c:strRef>
          </c:cat>
          <c:val>
            <c:numRef>
              <c:f>Sheet1!$C$2:$C$115</c:f>
              <c:numCache>
                <c:formatCode>General</c:formatCode>
                <c:ptCount val="114"/>
                <c:pt idx="0">
                  <c:v>5.769896</c:v>
                </c:pt>
                <c:pt idx="1">
                  <c:v>4.675087</c:v>
                </c:pt>
                <c:pt idx="2">
                  <c:v>5.856157</c:v>
                </c:pt>
                <c:pt idx="3">
                  <c:v>4.044593</c:v>
                </c:pt>
                <c:pt idx="4">
                  <c:v>5.015456</c:v>
                </c:pt>
                <c:pt idx="5">
                  <c:v>5.925582</c:v>
                </c:pt>
                <c:pt idx="6">
                  <c:v>5.784727</c:v>
                </c:pt>
                <c:pt idx="7">
                  <c:v>5.499459</c:v>
                </c:pt>
                <c:pt idx="8">
                  <c:v>3.986132</c:v>
                </c:pt>
                <c:pt idx="9">
                  <c:v>4.436085</c:v>
                </c:pt>
                <c:pt idx="10">
                  <c:v>6.648837</c:v>
                </c:pt>
                <c:pt idx="11">
                  <c:v>6.089697</c:v>
                </c:pt>
                <c:pt idx="12">
                  <c:v>4.344109</c:v>
                </c:pt>
                <c:pt idx="13">
                  <c:v>4.296293</c:v>
                </c:pt>
                <c:pt idx="14">
                  <c:v>5.818333</c:v>
                </c:pt>
                <c:pt idx="15">
                  <c:v>5.297142</c:v>
                </c:pt>
                <c:pt idx="16">
                  <c:v>5.046445</c:v>
                </c:pt>
                <c:pt idx="17">
                  <c:v>6.690048</c:v>
                </c:pt>
                <c:pt idx="18">
                  <c:v>3.984683</c:v>
                </c:pt>
                <c:pt idx="19">
                  <c:v>6.53671</c:v>
                </c:pt>
                <c:pt idx="20">
                  <c:v>5.594204</c:v>
                </c:pt>
                <c:pt idx="21">
                  <c:v>4.620994</c:v>
                </c:pt>
                <c:pt idx="22">
                  <c:v>4.418608</c:v>
                </c:pt>
                <c:pt idx="23">
                  <c:v>4.330181</c:v>
                </c:pt>
                <c:pt idx="24">
                  <c:v>4.734971</c:v>
                </c:pt>
                <c:pt idx="25">
                  <c:v>3.622063</c:v>
                </c:pt>
                <c:pt idx="26">
                  <c:v>4.039634</c:v>
                </c:pt>
                <c:pt idx="27">
                  <c:v>5.293087</c:v>
                </c:pt>
                <c:pt idx="28">
                  <c:v>5.515376</c:v>
                </c:pt>
                <c:pt idx="29">
                  <c:v>5.411527</c:v>
                </c:pt>
                <c:pt idx="30">
                  <c:v>3.819051</c:v>
                </c:pt>
                <c:pt idx="31">
                  <c:v>2.817271</c:v>
                </c:pt>
                <c:pt idx="32">
                  <c:v>5.36569</c:v>
                </c:pt>
                <c:pt idx="33">
                  <c:v>3.737219</c:v>
                </c:pt>
                <c:pt idx="34">
                  <c:v>4.15928</c:v>
                </c:pt>
                <c:pt idx="35">
                  <c:v>3.511933</c:v>
                </c:pt>
                <c:pt idx="36">
                  <c:v>6.169831</c:v>
                </c:pt>
                <c:pt idx="37">
                  <c:v>7.648341</c:v>
                </c:pt>
                <c:pt idx="38">
                  <c:v>7.140997</c:v>
                </c:pt>
                <c:pt idx="39">
                  <c:v>11.325429</c:v>
                </c:pt>
                <c:pt idx="40">
                  <c:v>5.621278</c:v>
                </c:pt>
                <c:pt idx="41">
                  <c:v>4.266656</c:v>
                </c:pt>
                <c:pt idx="42">
                  <c:v>5.502797</c:v>
                </c:pt>
                <c:pt idx="43">
                  <c:v>5.721837</c:v>
                </c:pt>
                <c:pt idx="44">
                  <c:v>14.198474</c:v>
                </c:pt>
                <c:pt idx="45">
                  <c:v>10.518044</c:v>
                </c:pt>
                <c:pt idx="46">
                  <c:v>11.251479</c:v>
                </c:pt>
                <c:pt idx="47">
                  <c:v>10.133166</c:v>
                </c:pt>
                <c:pt idx="48">
                  <c:v>11.595897</c:v>
                </c:pt>
                <c:pt idx="49">
                  <c:v>18.553175</c:v>
                </c:pt>
                <c:pt idx="50">
                  <c:v>23.823806</c:v>
                </c:pt>
                <c:pt idx="51">
                  <c:v>28.49785</c:v>
                </c:pt>
                <c:pt idx="52">
                  <c:v>60.671994</c:v>
                </c:pt>
                <c:pt idx="53">
                  <c:v>71.350303</c:v>
                </c:pt>
                <c:pt idx="54">
                  <c:v>69.518058</c:v>
                </c:pt>
                <c:pt idx="55">
                  <c:v>88.895287</c:v>
                </c:pt>
                <c:pt idx="56">
                  <c:v>58.490798</c:v>
                </c:pt>
                <c:pt idx="57">
                  <c:v>196.839737</c:v>
                </c:pt>
                <c:pt idx="58">
                  <c:v>269.509565</c:v>
                </c:pt>
                <c:pt idx="59">
                  <c:v>225.408115</c:v>
                </c:pt>
                <c:pt idx="60">
                  <c:v>261.24486</c:v>
                </c:pt>
                <c:pt idx="61">
                  <c:v>299.466535</c:v>
                </c:pt>
                <c:pt idx="62">
                  <c:v>482.47963</c:v>
                </c:pt>
                <c:pt idx="63">
                  <c:v>400.259919</c:v>
                </c:pt>
                <c:pt idx="64">
                  <c:v>524.808437</c:v>
                </c:pt>
                <c:pt idx="65">
                  <c:v>697.018451</c:v>
                </c:pt>
                <c:pt idx="66">
                  <c:v>761.777398</c:v>
                </c:pt>
                <c:pt idx="67">
                  <c:v>651.597084</c:v>
                </c:pt>
                <c:pt idx="68">
                  <c:v>825.994338</c:v>
                </c:pt>
                <c:pt idx="69">
                  <c:v>832.236966</c:v>
                </c:pt>
                <c:pt idx="70">
                  <c:v>690.824703</c:v>
                </c:pt>
                <c:pt idx="71">
                  <c:v>1268.630781</c:v>
                </c:pt>
                <c:pt idx="72">
                  <c:v>1264.907505</c:v>
                </c:pt>
                <c:pt idx="73">
                  <c:v>1500.031354</c:v>
                </c:pt>
                <c:pt idx="74">
                  <c:v>1115.862472</c:v>
                </c:pt>
                <c:pt idx="75">
                  <c:v>900.354872</c:v>
                </c:pt>
                <c:pt idx="76">
                  <c:v>1462.476117</c:v>
                </c:pt>
                <c:pt idx="77">
                  <c:v>1266.690381</c:v>
                </c:pt>
                <c:pt idx="78">
                  <c:v>1398.785658</c:v>
                </c:pt>
                <c:pt idx="79">
                  <c:v>1839.031666</c:v>
                </c:pt>
                <c:pt idx="80">
                  <c:v>1321.777245</c:v>
                </c:pt>
                <c:pt idx="81">
                  <c:v>1432.63167</c:v>
                </c:pt>
                <c:pt idx="82">
                  <c:v>1231.273377</c:v>
                </c:pt>
                <c:pt idx="83">
                  <c:v>1763.178325</c:v>
                </c:pt>
                <c:pt idx="84">
                  <c:v>2269.580203</c:v>
                </c:pt>
                <c:pt idx="85">
                  <c:v>2641.923666</c:v>
                </c:pt>
                <c:pt idx="86">
                  <c:v>1493.390284</c:v>
                </c:pt>
                <c:pt idx="87">
                  <c:v>2274.762178</c:v>
                </c:pt>
                <c:pt idx="88">
                  <c:v>2817.661639</c:v>
                </c:pt>
                <c:pt idx="89">
                  <c:v>2609.798138</c:v>
                </c:pt>
                <c:pt idx="90">
                  <c:v>2247.660249</c:v>
                </c:pt>
                <c:pt idx="91">
                  <c:v>1809.843177</c:v>
                </c:pt>
                <c:pt idx="92">
                  <c:v>2932.44709</c:v>
                </c:pt>
                <c:pt idx="93">
                  <c:v>3050.649128</c:v>
                </c:pt>
                <c:pt idx="94">
                  <c:v>2087.442962</c:v>
                </c:pt>
                <c:pt idx="95">
                  <c:v>2856.515547</c:v>
                </c:pt>
                <c:pt idx="96">
                  <c:v>3569.920241</c:v>
                </c:pt>
                <c:pt idx="97">
                  <c:v>3751.068095</c:v>
                </c:pt>
                <c:pt idx="98">
                  <c:v>3224.835153</c:v>
                </c:pt>
                <c:pt idx="99">
                  <c:v>4163.735927</c:v>
                </c:pt>
                <c:pt idx="100">
                  <c:v>2907.349687</c:v>
                </c:pt>
                <c:pt idx="101">
                  <c:v>2822.565515</c:v>
                </c:pt>
                <c:pt idx="102">
                  <c:v>4198.143124</c:v>
                </c:pt>
                <c:pt idx="103">
                  <c:v>4323.25673</c:v>
                </c:pt>
                <c:pt idx="104">
                  <c:v>3165.417124</c:v>
                </c:pt>
                <c:pt idx="105">
                  <c:v>4003.17232</c:v>
                </c:pt>
                <c:pt idx="106">
                  <c:v>4183.753495</c:v>
                </c:pt>
                <c:pt idx="107">
                  <c:v>4551.534562</c:v>
                </c:pt>
                <c:pt idx="108">
                  <c:v>2994.270588</c:v>
                </c:pt>
                <c:pt idx="109">
                  <c:v>5066.984656</c:v>
                </c:pt>
                <c:pt idx="110">
                  <c:v>5171.260308</c:v>
                </c:pt>
                <c:pt idx="111">
                  <c:v>5164.964244</c:v>
                </c:pt>
                <c:pt idx="112">
                  <c:v>4573.32714</c:v>
                </c:pt>
                <c:pt idx="113">
                  <c:v>4710.972744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9DEE8"/>
            </a:solidFill>
          </a:ln>
        </c:spPr>
        <c:txPr>
          <a:bodyPr/>
          <a:lstStyle/>
          <a:p>
            <a:pPr>
              <a:defRPr sz="900">
                <a:solidFill>
                  <a:srgbClr val="50535A"/>
                </a:solidFill>
                <a:latin typeface="Roboto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  <c:tickLblSkip val="12"/>
        <c:tickMarkSkip val="12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spPr>
          <a:ln>
            <a:solidFill>
              <a:srgbClr val="D9DEE8"/>
            </a:solidFill>
          </a:ln>
        </c:spPr>
        <c:txPr>
          <a:bodyPr/>
          <a:lstStyle/>
          <a:p>
            <a:pPr>
              <a:defRPr sz="900">
                <a:solidFill>
                  <a:srgbClr val="50535A"/>
                </a:solidFill>
                <a:latin typeface="Roboto"/>
              </a:defRPr>
            </a:pPr>
          </a:p>
        </c:txPr>
        <c:crossAx val="2118791784"/>
        <c:crosses val="autoZero"/>
      </c:valAx>
    </c:plotArea>
    <c:legend>
      <c:legendPos val="t"/>
      <c:layout/>
      <c:overlay val="0"/>
      <c:txPr>
        <a:bodyPr/>
        <a:lstStyle/>
        <a:p>
          <a:pPr>
            <a:defRPr sz="1000">
              <a:latin typeface="Roboto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310896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071D49"/>
                </a:solidFill>
                <a:latin typeface="Montserrat Medium"/>
              </a:rPr>
              <a:t>TREMFYA IBD  ·  WEEKLY TRX BY INDICATION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310896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250" b="1" i="0">
                <a:solidFill>
                  <a:srgbClr val="E40D62"/>
                </a:solidFill>
                <a:latin typeface="Montserrat Medium"/>
              </a:rPr>
              <a:t>01 OF 01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603504"/>
            <a:ext cx="11384280" cy="16459"/>
          </a:xfrm>
          <a:prstGeom prst="rect">
            <a:avLst/>
          </a:prstGeom>
          <a:solidFill>
            <a:srgbClr val="D9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749808"/>
            <a:ext cx="113385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071D49"/>
                </a:solidFill>
                <a:latin typeface="Montserrat Medium"/>
              </a:rPr>
              <a:t>Crohn's Has Overtaken Ulcerative Colitis in Tremfya's IBD Mix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" y="1591056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 i="1">
                <a:solidFill>
                  <a:srgbClr val="50535A"/>
                </a:solidFill>
                <a:latin typeface="Roboto"/>
              </a:rPr>
              <a:t>Tremfya's weekly IBD volume has scaled from ~9 to ~8,481 TRx since May 2024. Within IBD, Crohn's pulled level in Mar 2026 and now leads ulcerative colitis.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2304288"/>
            <a:ext cx="6766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535A"/>
                </a:solidFill>
                <a:latin typeface="Montserrat Medium"/>
              </a:rPr>
              <a:t>WEEKLY TRX — UC VS CD (FULL SERIES)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365760" y="2606040"/>
          <a:ext cx="6858000" cy="3383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589520" y="2606040"/>
            <a:ext cx="777240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40D62"/>
                </a:solidFill>
                <a:latin typeface="Montserrat Medium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2587752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71D49"/>
                </a:solidFill>
                <a:latin typeface="Montserrat Medium"/>
              </a:rPr>
              <a:t>Crohn's now leads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2916936"/>
            <a:ext cx="3703320" cy="768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100" b="0" i="0">
                <a:solidFill>
                  <a:srgbClr val="50535A"/>
                </a:solidFill>
                <a:latin typeface="Roboto"/>
              </a:rPr>
              <a:t>CD ~4,711 vs UC ~3,770 TRx in the latest week (07-03).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20" y="3794760"/>
            <a:ext cx="777240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40D62"/>
                </a:solidFill>
                <a:latin typeface="Montserrat Medium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3776472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71D49"/>
                </a:solidFill>
                <a:latin typeface="Montserrat Medium"/>
              </a:rPr>
              <a:t>Crossover · Mar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4105656"/>
            <a:ext cx="3703320" cy="768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100" b="0" i="0">
                <a:solidFill>
                  <a:srgbClr val="50535A"/>
                </a:solidFill>
                <a:latin typeface="Roboto"/>
              </a:rPr>
              <a:t>UC led decisively in early 2025; the two drew level by autumn before CD pulled ahead.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9520" y="4983480"/>
            <a:ext cx="777240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40D62"/>
                </a:solidFill>
                <a:latin typeface="Montserrat Medium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4965192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71D49"/>
                </a:solidFill>
                <a:latin typeface="Montserrat Medium"/>
              </a:rPr>
              <a:t>~938x ramp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5294376"/>
            <a:ext cx="3703320" cy="768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100" b="0" i="0">
                <a:solidFill>
                  <a:srgbClr val="50535A"/>
                </a:solidFill>
                <a:latin typeface="Roboto"/>
              </a:rPr>
              <a:t>Tremfya's IBD volume rose from ~9 to ~8,481 weekly TRx.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5943600"/>
            <a:ext cx="11384280" cy="420624"/>
          </a:xfrm>
          <a:prstGeom prst="rect">
            <a:avLst/>
          </a:prstGeom>
          <a:solidFill>
            <a:srgbClr val="FB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11480" y="5943600"/>
            <a:ext cx="54864" cy="420624"/>
          </a:xfrm>
          <a:prstGeom prst="rect">
            <a:avLst/>
          </a:prstGeom>
          <a:solidFill>
            <a:srgbClr val="E40D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5943600"/>
            <a:ext cx="110642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E40D62"/>
                </a:solidFill>
                <a:latin typeface="Roboto"/>
              </a:rPr>
              <a:t>TL;DR   </a:t>
            </a:r>
            <a:r>
              <a:rPr sz="1150" b="0" i="0">
                <a:solidFill>
                  <a:srgbClr val="071D49"/>
                </a:solidFill>
                <a:latin typeface="Roboto"/>
              </a:rPr>
              <a:t>Within Tremfya's IBD business, Crohn's has overtaken ulcerative colitis and is the faster-growing of the two indications.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6437376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40D62"/>
                </a:solidFill>
                <a:latin typeface="Montserrat Medium"/>
              </a:rPr>
              <a:t>▶ </a:t>
            </a:r>
            <a:r>
              <a:rPr sz="1100" b="1" i="0">
                <a:solidFill>
                  <a:srgbClr val="071D49"/>
                </a:solidFill>
                <a:latin typeface="Montserrat Medium"/>
              </a:rPr>
              <a:t>DataZymes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38560" y="6437376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071D49"/>
                </a:solidFill>
                <a:latin typeface="Roboto"/>
              </a:rPr>
              <a:t>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
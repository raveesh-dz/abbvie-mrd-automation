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Ulcerative Colitis (UC)</c:v>
                </c:pt>
              </c:strCache>
            </c:strRef>
          </c:tx>
          <c:spPr>
            <a:ln w="28575">
              <a:solidFill>
                <a:srgbClr val="07B2AC"/>
              </a:solidFill>
            </a:ln>
          </c:spPr>
          <c:marker>
            <c:symbol val="none"/>
          </c:marker>
          <c:cat>
            <c:strRef>
              <c:f>Sheet1!$A$2:$A$107</c:f>
              <c:strCache>
                <c:ptCount val="106"/>
                <c:pt idx="0">
                  <c:v>05-03</c:v>
                </c:pt>
                <c:pt idx="1">
                  <c:v>05-10</c:v>
                </c:pt>
                <c:pt idx="2">
                  <c:v>05-17</c:v>
                </c:pt>
                <c:pt idx="3">
                  <c:v>05-24</c:v>
                </c:pt>
                <c:pt idx="4">
                  <c:v>05-31</c:v>
                </c:pt>
                <c:pt idx="5">
                  <c:v>06-07</c:v>
                </c:pt>
                <c:pt idx="6">
                  <c:v>06-14</c:v>
                </c:pt>
                <c:pt idx="7">
                  <c:v>06-21</c:v>
                </c:pt>
                <c:pt idx="8">
                  <c:v>06-28</c:v>
                </c:pt>
                <c:pt idx="9">
                  <c:v>07-05</c:v>
                </c:pt>
                <c:pt idx="10">
                  <c:v>07-12</c:v>
                </c:pt>
                <c:pt idx="11">
                  <c:v>07-19</c:v>
                </c:pt>
                <c:pt idx="12">
                  <c:v>07-26</c:v>
                </c:pt>
                <c:pt idx="13">
                  <c:v>08-02</c:v>
                </c:pt>
                <c:pt idx="14">
                  <c:v>08-09</c:v>
                </c:pt>
                <c:pt idx="15">
                  <c:v>08-16</c:v>
                </c:pt>
                <c:pt idx="16">
                  <c:v>08-23</c:v>
                </c:pt>
                <c:pt idx="17">
                  <c:v>08-30</c:v>
                </c:pt>
                <c:pt idx="18">
                  <c:v>09-06</c:v>
                </c:pt>
                <c:pt idx="19">
                  <c:v>09-13</c:v>
                </c:pt>
                <c:pt idx="20">
                  <c:v>09-20</c:v>
                </c:pt>
                <c:pt idx="21">
                  <c:v>09-27</c:v>
                </c:pt>
                <c:pt idx="22">
                  <c:v>10-04</c:v>
                </c:pt>
                <c:pt idx="23">
                  <c:v>10-11</c:v>
                </c:pt>
                <c:pt idx="24">
                  <c:v>10-18</c:v>
                </c:pt>
                <c:pt idx="25">
                  <c:v>10-25</c:v>
                </c:pt>
                <c:pt idx="26">
                  <c:v>11-01</c:v>
                </c:pt>
                <c:pt idx="27">
                  <c:v>11-08</c:v>
                </c:pt>
                <c:pt idx="28">
                  <c:v>11-15</c:v>
                </c:pt>
                <c:pt idx="29">
                  <c:v>11-22</c:v>
                </c:pt>
                <c:pt idx="30">
                  <c:v>11-29</c:v>
                </c:pt>
                <c:pt idx="31">
                  <c:v>12-06</c:v>
                </c:pt>
                <c:pt idx="32">
                  <c:v>12-13</c:v>
                </c:pt>
                <c:pt idx="33">
                  <c:v>12-20</c:v>
                </c:pt>
                <c:pt idx="34">
                  <c:v>12-27</c:v>
                </c:pt>
                <c:pt idx="35">
                  <c:v>01-03</c:v>
                </c:pt>
                <c:pt idx="36">
                  <c:v>01-10</c:v>
                </c:pt>
                <c:pt idx="37">
                  <c:v>01-17</c:v>
                </c:pt>
                <c:pt idx="38">
                  <c:v>01-24</c:v>
                </c:pt>
                <c:pt idx="39">
                  <c:v>01-31</c:v>
                </c:pt>
                <c:pt idx="40">
                  <c:v>02-07</c:v>
                </c:pt>
                <c:pt idx="41">
                  <c:v>02-14</c:v>
                </c:pt>
                <c:pt idx="42">
                  <c:v>02-21</c:v>
                </c:pt>
                <c:pt idx="43">
                  <c:v>02-28</c:v>
                </c:pt>
                <c:pt idx="44">
                  <c:v>03-07</c:v>
                </c:pt>
                <c:pt idx="45">
                  <c:v>03-14</c:v>
                </c:pt>
                <c:pt idx="46">
                  <c:v>03-21</c:v>
                </c:pt>
                <c:pt idx="47">
                  <c:v>03-28</c:v>
                </c:pt>
                <c:pt idx="48">
                  <c:v>04-04</c:v>
                </c:pt>
                <c:pt idx="49">
                  <c:v>04-11</c:v>
                </c:pt>
                <c:pt idx="50">
                  <c:v>04-18</c:v>
                </c:pt>
                <c:pt idx="51">
                  <c:v>04-25</c:v>
                </c:pt>
                <c:pt idx="52">
                  <c:v>05-02</c:v>
                </c:pt>
                <c:pt idx="53">
                  <c:v>05-09</c:v>
                </c:pt>
                <c:pt idx="54">
                  <c:v>05-16</c:v>
                </c:pt>
                <c:pt idx="55">
                  <c:v>05-23</c:v>
                </c:pt>
                <c:pt idx="56">
                  <c:v>05-30</c:v>
                </c:pt>
                <c:pt idx="57">
                  <c:v>06-06</c:v>
                </c:pt>
                <c:pt idx="58">
                  <c:v>06-13</c:v>
                </c:pt>
                <c:pt idx="59">
                  <c:v>06-20</c:v>
                </c:pt>
                <c:pt idx="60">
                  <c:v>06-27</c:v>
                </c:pt>
                <c:pt idx="61">
                  <c:v>07-04</c:v>
                </c:pt>
                <c:pt idx="62">
                  <c:v>07-11</c:v>
                </c:pt>
                <c:pt idx="63">
                  <c:v>07-18</c:v>
                </c:pt>
                <c:pt idx="64">
                  <c:v>07-25</c:v>
                </c:pt>
                <c:pt idx="65">
                  <c:v>08-01</c:v>
                </c:pt>
                <c:pt idx="66">
                  <c:v>08-08</c:v>
                </c:pt>
                <c:pt idx="67">
                  <c:v>08-15</c:v>
                </c:pt>
                <c:pt idx="68">
                  <c:v>08-22</c:v>
                </c:pt>
                <c:pt idx="69">
                  <c:v>08-29</c:v>
                </c:pt>
                <c:pt idx="70">
                  <c:v>09-05</c:v>
                </c:pt>
                <c:pt idx="71">
                  <c:v>09-12</c:v>
                </c:pt>
                <c:pt idx="72">
                  <c:v>09-19</c:v>
                </c:pt>
                <c:pt idx="73">
                  <c:v>09-26</c:v>
                </c:pt>
                <c:pt idx="74">
                  <c:v>10-03</c:v>
                </c:pt>
                <c:pt idx="75">
                  <c:v>10-10</c:v>
                </c:pt>
                <c:pt idx="76">
                  <c:v>10-17</c:v>
                </c:pt>
                <c:pt idx="77">
                  <c:v>10-24</c:v>
                </c:pt>
                <c:pt idx="78">
                  <c:v>10-31</c:v>
                </c:pt>
                <c:pt idx="79">
                  <c:v>11-07</c:v>
                </c:pt>
                <c:pt idx="80">
                  <c:v>11-14</c:v>
                </c:pt>
                <c:pt idx="81">
                  <c:v>11-21</c:v>
                </c:pt>
                <c:pt idx="82">
                  <c:v>11-28</c:v>
                </c:pt>
                <c:pt idx="83">
                  <c:v>12-05</c:v>
                </c:pt>
                <c:pt idx="84">
                  <c:v>12-12</c:v>
                </c:pt>
                <c:pt idx="85">
                  <c:v>12-19</c:v>
                </c:pt>
                <c:pt idx="86">
                  <c:v>12-26</c:v>
                </c:pt>
                <c:pt idx="87">
                  <c:v>01-02</c:v>
                </c:pt>
                <c:pt idx="88">
                  <c:v>01-09</c:v>
                </c:pt>
                <c:pt idx="89">
                  <c:v>01-16</c:v>
                </c:pt>
                <c:pt idx="90">
                  <c:v>01-23</c:v>
                </c:pt>
                <c:pt idx="91">
                  <c:v>01-30</c:v>
                </c:pt>
                <c:pt idx="92">
                  <c:v>02-06</c:v>
                </c:pt>
                <c:pt idx="93">
                  <c:v>02-13</c:v>
                </c:pt>
                <c:pt idx="94">
                  <c:v>02-20</c:v>
                </c:pt>
                <c:pt idx="95">
                  <c:v>02-27</c:v>
                </c:pt>
                <c:pt idx="96">
                  <c:v>03-06</c:v>
                </c:pt>
                <c:pt idx="97">
                  <c:v>03-13</c:v>
                </c:pt>
                <c:pt idx="98">
                  <c:v>03-20</c:v>
                </c:pt>
                <c:pt idx="99">
                  <c:v>03-27</c:v>
                </c:pt>
                <c:pt idx="100">
                  <c:v>04-03</c:v>
                </c:pt>
                <c:pt idx="101">
                  <c:v>04-10</c:v>
                </c:pt>
                <c:pt idx="102">
                  <c:v>04-17</c:v>
                </c:pt>
                <c:pt idx="103">
                  <c:v>04-24</c:v>
                </c:pt>
                <c:pt idx="104">
                  <c:v>05-01</c:v>
                </c:pt>
                <c:pt idx="105">
                  <c:v>05-08</c:v>
                </c:pt>
              </c:strCache>
            </c:strRef>
          </c:cat>
          <c:val>
            <c:numRef>
              <c:f>Sheet1!$B$2:$B$107</c:f>
              <c:numCache>
                <c:formatCode>General</c:formatCode>
                <c:ptCount val="106"/>
                <c:pt idx="0">
                  <c:v>129.214948</c:v>
                </c:pt>
                <c:pt idx="1">
                  <c:v>133.884311</c:v>
                </c:pt>
                <c:pt idx="2">
                  <c:v>135.244828</c:v>
                </c:pt>
                <c:pt idx="3">
                  <c:v>137.76811</c:v>
                </c:pt>
                <c:pt idx="4">
                  <c:v>120.296826</c:v>
                </c:pt>
                <c:pt idx="5">
                  <c:v>152.062837</c:v>
                </c:pt>
                <c:pt idx="6">
                  <c:v>152.216347</c:v>
                </c:pt>
                <c:pt idx="7">
                  <c:v>151.002229</c:v>
                </c:pt>
                <c:pt idx="8">
                  <c:v>164.736286</c:v>
                </c:pt>
                <c:pt idx="9">
                  <c:v>111.773016</c:v>
                </c:pt>
                <c:pt idx="10">
                  <c:v>174.140079</c:v>
                </c:pt>
                <c:pt idx="11">
                  <c:v>155.528904</c:v>
                </c:pt>
                <c:pt idx="12">
                  <c:v>169.320108</c:v>
                </c:pt>
                <c:pt idx="13">
                  <c:v>253.506474</c:v>
                </c:pt>
                <c:pt idx="14">
                  <c:v>261.911951</c:v>
                </c:pt>
                <c:pt idx="15">
                  <c:v>267.63878</c:v>
                </c:pt>
                <c:pt idx="16">
                  <c:v>268.491224</c:v>
                </c:pt>
                <c:pt idx="17">
                  <c:v>284.118487</c:v>
                </c:pt>
                <c:pt idx="18">
                  <c:v>319.726648</c:v>
                </c:pt>
                <c:pt idx="19">
                  <c:v>397.335316</c:v>
                </c:pt>
                <c:pt idx="20">
                  <c:v>417.647718</c:v>
                </c:pt>
                <c:pt idx="21">
                  <c:v>403.488534</c:v>
                </c:pt>
                <c:pt idx="22">
                  <c:v>596.247129</c:v>
                </c:pt>
                <c:pt idx="23">
                  <c:v>561.69728</c:v>
                </c:pt>
                <c:pt idx="24">
                  <c:v>627.681274</c:v>
                </c:pt>
                <c:pt idx="25">
                  <c:v>607.716578</c:v>
                </c:pt>
                <c:pt idx="26">
                  <c:v>860.603556</c:v>
                </c:pt>
                <c:pt idx="27">
                  <c:v>851.395772</c:v>
                </c:pt>
                <c:pt idx="28">
                  <c:v>868.418388</c:v>
                </c:pt>
                <c:pt idx="29">
                  <c:v>897.889687</c:v>
                </c:pt>
                <c:pt idx="30">
                  <c:v>586.1334</c:v>
                </c:pt>
                <c:pt idx="31">
                  <c:v>1050.32965</c:v>
                </c:pt>
                <c:pt idx="32">
                  <c:v>1014.59217</c:v>
                </c:pt>
                <c:pt idx="33">
                  <c:v>1064.678339</c:v>
                </c:pt>
                <c:pt idx="34">
                  <c:v>769.105326</c:v>
                </c:pt>
                <c:pt idx="35">
                  <c:v>856.392993</c:v>
                </c:pt>
                <c:pt idx="36">
                  <c:v>1084.134141</c:v>
                </c:pt>
                <c:pt idx="37">
                  <c:v>1145.463734</c:v>
                </c:pt>
                <c:pt idx="38">
                  <c:v>935.435258</c:v>
                </c:pt>
                <c:pt idx="39">
                  <c:v>1238.567233</c:v>
                </c:pt>
                <c:pt idx="40">
                  <c:v>1355.034857</c:v>
                </c:pt>
                <c:pt idx="41">
                  <c:v>1245.116507</c:v>
                </c:pt>
                <c:pt idx="42">
                  <c:v>1216.418503</c:v>
                </c:pt>
                <c:pt idx="43">
                  <c:v>1369.620857</c:v>
                </c:pt>
                <c:pt idx="44">
                  <c:v>1427.71873</c:v>
                </c:pt>
                <c:pt idx="45">
                  <c:v>1376.462382</c:v>
                </c:pt>
                <c:pt idx="46">
                  <c:v>1353.087925</c:v>
                </c:pt>
                <c:pt idx="47">
                  <c:v>1522.051879</c:v>
                </c:pt>
                <c:pt idx="48">
                  <c:v>1380.399384</c:v>
                </c:pt>
                <c:pt idx="49">
                  <c:v>1586.186421</c:v>
                </c:pt>
                <c:pt idx="50">
                  <c:v>1567.812252</c:v>
                </c:pt>
                <c:pt idx="51">
                  <c:v>1604.473643</c:v>
                </c:pt>
                <c:pt idx="52">
                  <c:v>1704.791694</c:v>
                </c:pt>
                <c:pt idx="53">
                  <c:v>1745.905485</c:v>
                </c:pt>
                <c:pt idx="54">
                  <c:v>1782.309285</c:v>
                </c:pt>
                <c:pt idx="55">
                  <c:v>1890.210055</c:v>
                </c:pt>
                <c:pt idx="56">
                  <c:v>1591.71931</c:v>
                </c:pt>
                <c:pt idx="57">
                  <c:v>1929.739714</c:v>
                </c:pt>
                <c:pt idx="58">
                  <c:v>1949.28744</c:v>
                </c:pt>
                <c:pt idx="59">
                  <c:v>1941.504621</c:v>
                </c:pt>
                <c:pt idx="60">
                  <c:v>2039.130131</c:v>
                </c:pt>
                <c:pt idx="61">
                  <c:v>1628.031478</c:v>
                </c:pt>
                <c:pt idx="62">
                  <c:v>2233.778209</c:v>
                </c:pt>
                <c:pt idx="63">
                  <c:v>2102.589246</c:v>
                </c:pt>
                <c:pt idx="64">
                  <c:v>2138.984805</c:v>
                </c:pt>
                <c:pt idx="65">
                  <c:v>2244.352536</c:v>
                </c:pt>
                <c:pt idx="66">
                  <c:v>2354.170308</c:v>
                </c:pt>
                <c:pt idx="67">
                  <c:v>2380.110075</c:v>
                </c:pt>
                <c:pt idx="68">
                  <c:v>2296.415292</c:v>
                </c:pt>
                <c:pt idx="69">
                  <c:v>2505.135867</c:v>
                </c:pt>
                <c:pt idx="70">
                  <c:v>1996.780461</c:v>
                </c:pt>
                <c:pt idx="71">
                  <c:v>2509.277255</c:v>
                </c:pt>
                <c:pt idx="72">
                  <c:v>2495.053599</c:v>
                </c:pt>
                <c:pt idx="73">
                  <c:v>2549.875713</c:v>
                </c:pt>
                <c:pt idx="74">
                  <c:v>2627.08752</c:v>
                </c:pt>
                <c:pt idx="75">
                  <c:v>2726.594833</c:v>
                </c:pt>
                <c:pt idx="76">
                  <c:v>2714.555239</c:v>
                </c:pt>
                <c:pt idx="77">
                  <c:v>2504.677666</c:v>
                </c:pt>
                <c:pt idx="78">
                  <c:v>2614.6983</c:v>
                </c:pt>
                <c:pt idx="79">
                  <c:v>2755.418273</c:v>
                </c:pt>
                <c:pt idx="80">
                  <c:v>2805.041457</c:v>
                </c:pt>
                <c:pt idx="81">
                  <c:v>2923.216842</c:v>
                </c:pt>
                <c:pt idx="82">
                  <c:v>1959.454075</c:v>
                </c:pt>
                <c:pt idx="83">
                  <c:v>3273.642856</c:v>
                </c:pt>
                <c:pt idx="84">
                  <c:v>3163.152057</c:v>
                </c:pt>
                <c:pt idx="85">
                  <c:v>3172.054543</c:v>
                </c:pt>
                <c:pt idx="86">
                  <c:v>2029.164421</c:v>
                </c:pt>
                <c:pt idx="87">
                  <c:v>2271.700805</c:v>
                </c:pt>
                <c:pt idx="88">
                  <c:v>3255.517144</c:v>
                </c:pt>
                <c:pt idx="89">
                  <c:v>3076.766229</c:v>
                </c:pt>
                <c:pt idx="90">
                  <c:v>2525.336242</c:v>
                </c:pt>
                <c:pt idx="91">
                  <c:v>2525.086227</c:v>
                </c:pt>
                <c:pt idx="92">
                  <c:v>3316.063546</c:v>
                </c:pt>
                <c:pt idx="93">
                  <c:v>3101.782118</c:v>
                </c:pt>
                <c:pt idx="94">
                  <c:v>3000.136915</c:v>
                </c:pt>
                <c:pt idx="95">
                  <c:v>2974.262732</c:v>
                </c:pt>
                <c:pt idx="96">
                  <c:v>3242.186399</c:v>
                </c:pt>
                <c:pt idx="97">
                  <c:v>3128.526749</c:v>
                </c:pt>
                <c:pt idx="98">
                  <c:v>3058.346317</c:v>
                </c:pt>
                <c:pt idx="99">
                  <c:v>3258.957354</c:v>
                </c:pt>
                <c:pt idx="100">
                  <c:v>3328.79895</c:v>
                </c:pt>
                <c:pt idx="101">
                  <c:v>3210.787863</c:v>
                </c:pt>
                <c:pt idx="102">
                  <c:v>3009.430062</c:v>
                </c:pt>
                <c:pt idx="103">
                  <c:v>3148.8446</c:v>
                </c:pt>
                <c:pt idx="104">
                  <c:v>3426.530867</c:v>
                </c:pt>
                <c:pt idx="105">
                  <c:v>3621.582263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Crohn's (CD)</c:v>
                </c:pt>
              </c:strCache>
            </c:strRef>
          </c:tx>
          <c:spPr>
            <a:ln w="28575">
              <a:solidFill>
                <a:srgbClr val="E40D62"/>
              </a:solidFill>
            </a:ln>
          </c:spPr>
          <c:marker>
            <c:symbol val="none"/>
          </c:marker>
          <c:cat>
            <c:strRef>
              <c:f>Sheet1!$A$2:$A$107</c:f>
              <c:strCache>
                <c:ptCount val="106"/>
                <c:pt idx="0">
                  <c:v>05-03</c:v>
                </c:pt>
                <c:pt idx="1">
                  <c:v>05-10</c:v>
                </c:pt>
                <c:pt idx="2">
                  <c:v>05-17</c:v>
                </c:pt>
                <c:pt idx="3">
                  <c:v>05-24</c:v>
                </c:pt>
                <c:pt idx="4">
                  <c:v>05-31</c:v>
                </c:pt>
                <c:pt idx="5">
                  <c:v>06-07</c:v>
                </c:pt>
                <c:pt idx="6">
                  <c:v>06-14</c:v>
                </c:pt>
                <c:pt idx="7">
                  <c:v>06-21</c:v>
                </c:pt>
                <c:pt idx="8">
                  <c:v>06-28</c:v>
                </c:pt>
                <c:pt idx="9">
                  <c:v>07-05</c:v>
                </c:pt>
                <c:pt idx="10">
                  <c:v>07-12</c:v>
                </c:pt>
                <c:pt idx="11">
                  <c:v>07-19</c:v>
                </c:pt>
                <c:pt idx="12">
                  <c:v>07-26</c:v>
                </c:pt>
                <c:pt idx="13">
                  <c:v>08-02</c:v>
                </c:pt>
                <c:pt idx="14">
                  <c:v>08-09</c:v>
                </c:pt>
                <c:pt idx="15">
                  <c:v>08-16</c:v>
                </c:pt>
                <c:pt idx="16">
                  <c:v>08-23</c:v>
                </c:pt>
                <c:pt idx="17">
                  <c:v>08-30</c:v>
                </c:pt>
                <c:pt idx="18">
                  <c:v>09-06</c:v>
                </c:pt>
                <c:pt idx="19">
                  <c:v>09-13</c:v>
                </c:pt>
                <c:pt idx="20">
                  <c:v>09-20</c:v>
                </c:pt>
                <c:pt idx="21">
                  <c:v>09-27</c:v>
                </c:pt>
                <c:pt idx="22">
                  <c:v>10-04</c:v>
                </c:pt>
                <c:pt idx="23">
                  <c:v>10-11</c:v>
                </c:pt>
                <c:pt idx="24">
                  <c:v>10-18</c:v>
                </c:pt>
                <c:pt idx="25">
                  <c:v>10-25</c:v>
                </c:pt>
                <c:pt idx="26">
                  <c:v>11-01</c:v>
                </c:pt>
                <c:pt idx="27">
                  <c:v>11-08</c:v>
                </c:pt>
                <c:pt idx="28">
                  <c:v>11-15</c:v>
                </c:pt>
                <c:pt idx="29">
                  <c:v>11-22</c:v>
                </c:pt>
                <c:pt idx="30">
                  <c:v>11-29</c:v>
                </c:pt>
                <c:pt idx="31">
                  <c:v>12-06</c:v>
                </c:pt>
                <c:pt idx="32">
                  <c:v>12-13</c:v>
                </c:pt>
                <c:pt idx="33">
                  <c:v>12-20</c:v>
                </c:pt>
                <c:pt idx="34">
                  <c:v>12-27</c:v>
                </c:pt>
                <c:pt idx="35">
                  <c:v>01-03</c:v>
                </c:pt>
                <c:pt idx="36">
                  <c:v>01-10</c:v>
                </c:pt>
                <c:pt idx="37">
                  <c:v>01-17</c:v>
                </c:pt>
                <c:pt idx="38">
                  <c:v>01-24</c:v>
                </c:pt>
                <c:pt idx="39">
                  <c:v>01-31</c:v>
                </c:pt>
                <c:pt idx="40">
                  <c:v>02-07</c:v>
                </c:pt>
                <c:pt idx="41">
                  <c:v>02-14</c:v>
                </c:pt>
                <c:pt idx="42">
                  <c:v>02-21</c:v>
                </c:pt>
                <c:pt idx="43">
                  <c:v>02-28</c:v>
                </c:pt>
                <c:pt idx="44">
                  <c:v>03-07</c:v>
                </c:pt>
                <c:pt idx="45">
                  <c:v>03-14</c:v>
                </c:pt>
                <c:pt idx="46">
                  <c:v>03-21</c:v>
                </c:pt>
                <c:pt idx="47">
                  <c:v>03-28</c:v>
                </c:pt>
                <c:pt idx="48">
                  <c:v>04-04</c:v>
                </c:pt>
                <c:pt idx="49">
                  <c:v>04-11</c:v>
                </c:pt>
                <c:pt idx="50">
                  <c:v>04-18</c:v>
                </c:pt>
                <c:pt idx="51">
                  <c:v>04-25</c:v>
                </c:pt>
                <c:pt idx="52">
                  <c:v>05-02</c:v>
                </c:pt>
                <c:pt idx="53">
                  <c:v>05-09</c:v>
                </c:pt>
                <c:pt idx="54">
                  <c:v>05-16</c:v>
                </c:pt>
                <c:pt idx="55">
                  <c:v>05-23</c:v>
                </c:pt>
                <c:pt idx="56">
                  <c:v>05-30</c:v>
                </c:pt>
                <c:pt idx="57">
                  <c:v>06-06</c:v>
                </c:pt>
                <c:pt idx="58">
                  <c:v>06-13</c:v>
                </c:pt>
                <c:pt idx="59">
                  <c:v>06-20</c:v>
                </c:pt>
                <c:pt idx="60">
                  <c:v>06-27</c:v>
                </c:pt>
                <c:pt idx="61">
                  <c:v>07-04</c:v>
                </c:pt>
                <c:pt idx="62">
                  <c:v>07-11</c:v>
                </c:pt>
                <c:pt idx="63">
                  <c:v>07-18</c:v>
                </c:pt>
                <c:pt idx="64">
                  <c:v>07-25</c:v>
                </c:pt>
                <c:pt idx="65">
                  <c:v>08-01</c:v>
                </c:pt>
                <c:pt idx="66">
                  <c:v>08-08</c:v>
                </c:pt>
                <c:pt idx="67">
                  <c:v>08-15</c:v>
                </c:pt>
                <c:pt idx="68">
                  <c:v>08-22</c:v>
                </c:pt>
                <c:pt idx="69">
                  <c:v>08-29</c:v>
                </c:pt>
                <c:pt idx="70">
                  <c:v>09-05</c:v>
                </c:pt>
                <c:pt idx="71">
                  <c:v>09-12</c:v>
                </c:pt>
                <c:pt idx="72">
                  <c:v>09-19</c:v>
                </c:pt>
                <c:pt idx="73">
                  <c:v>09-26</c:v>
                </c:pt>
                <c:pt idx="74">
                  <c:v>10-03</c:v>
                </c:pt>
                <c:pt idx="75">
                  <c:v>10-10</c:v>
                </c:pt>
                <c:pt idx="76">
                  <c:v>10-17</c:v>
                </c:pt>
                <c:pt idx="77">
                  <c:v>10-24</c:v>
                </c:pt>
                <c:pt idx="78">
                  <c:v>10-31</c:v>
                </c:pt>
                <c:pt idx="79">
                  <c:v>11-07</c:v>
                </c:pt>
                <c:pt idx="80">
                  <c:v>11-14</c:v>
                </c:pt>
                <c:pt idx="81">
                  <c:v>11-21</c:v>
                </c:pt>
                <c:pt idx="82">
                  <c:v>11-28</c:v>
                </c:pt>
                <c:pt idx="83">
                  <c:v>12-05</c:v>
                </c:pt>
                <c:pt idx="84">
                  <c:v>12-12</c:v>
                </c:pt>
                <c:pt idx="85">
                  <c:v>12-19</c:v>
                </c:pt>
                <c:pt idx="86">
                  <c:v>12-26</c:v>
                </c:pt>
                <c:pt idx="87">
                  <c:v>01-02</c:v>
                </c:pt>
                <c:pt idx="88">
                  <c:v>01-09</c:v>
                </c:pt>
                <c:pt idx="89">
                  <c:v>01-16</c:v>
                </c:pt>
                <c:pt idx="90">
                  <c:v>01-23</c:v>
                </c:pt>
                <c:pt idx="91">
                  <c:v>01-30</c:v>
                </c:pt>
                <c:pt idx="92">
                  <c:v>02-06</c:v>
                </c:pt>
                <c:pt idx="93">
                  <c:v>02-13</c:v>
                </c:pt>
                <c:pt idx="94">
                  <c:v>02-20</c:v>
                </c:pt>
                <c:pt idx="95">
                  <c:v>02-27</c:v>
                </c:pt>
                <c:pt idx="96">
                  <c:v>03-06</c:v>
                </c:pt>
                <c:pt idx="97">
                  <c:v>03-13</c:v>
                </c:pt>
                <c:pt idx="98">
                  <c:v>03-20</c:v>
                </c:pt>
                <c:pt idx="99">
                  <c:v>03-27</c:v>
                </c:pt>
                <c:pt idx="100">
                  <c:v>04-03</c:v>
                </c:pt>
                <c:pt idx="101">
                  <c:v>04-10</c:v>
                </c:pt>
                <c:pt idx="102">
                  <c:v>04-17</c:v>
                </c:pt>
                <c:pt idx="103">
                  <c:v>04-24</c:v>
                </c:pt>
                <c:pt idx="104">
                  <c:v>05-01</c:v>
                </c:pt>
                <c:pt idx="105">
                  <c:v>05-08</c:v>
                </c:pt>
              </c:strCache>
            </c:strRef>
          </c:cat>
          <c:val>
            <c:numRef>
              <c:f>Sheet1!$C$2:$C$107</c:f>
              <c:numCache>
                <c:formatCode>General</c:formatCode>
                <c:ptCount val="106"/>
                <c:pt idx="0">
                  <c:v>3526.895728</c:v>
                </c:pt>
                <c:pt idx="1">
                  <c:v>3654.345036</c:v>
                </c:pt>
                <c:pt idx="2">
                  <c:v>3691.480062</c:v>
                </c:pt>
                <c:pt idx="3">
                  <c:v>3760.35253</c:v>
                </c:pt>
                <c:pt idx="4">
                  <c:v>3283.477404</c:v>
                </c:pt>
                <c:pt idx="5">
                  <c:v>4054.470441</c:v>
                </c:pt>
                <c:pt idx="6">
                  <c:v>4058.563488</c:v>
                </c:pt>
                <c:pt idx="7">
                  <c:v>4026.1913</c:v>
                </c:pt>
                <c:pt idx="8">
                  <c:v>4392.384182</c:v>
                </c:pt>
                <c:pt idx="9">
                  <c:v>3001.495599</c:v>
                </c:pt>
                <c:pt idx="10">
                  <c:v>4676.268915</c:v>
                </c:pt>
                <c:pt idx="11">
                  <c:v>4176.4939</c:v>
                </c:pt>
                <c:pt idx="12">
                  <c:v>4546.835877</c:v>
                </c:pt>
                <c:pt idx="13">
                  <c:v>4242.977044</c:v>
                </c:pt>
                <c:pt idx="14">
                  <c:v>4383.660812</c:v>
                </c:pt>
                <c:pt idx="15">
                  <c:v>4479.511642</c:v>
                </c:pt>
                <c:pt idx="16">
                  <c:v>4493.779122</c:v>
                </c:pt>
                <c:pt idx="17">
                  <c:v>4755.335043</c:v>
                </c:pt>
                <c:pt idx="18">
                  <c:v>3857.25063</c:v>
                </c:pt>
                <c:pt idx="19">
                  <c:v>4793.538192</c:v>
                </c:pt>
                <c:pt idx="20">
                  <c:v>5038.591352</c:v>
                </c:pt>
                <c:pt idx="21">
                  <c:v>4867.771932</c:v>
                </c:pt>
                <c:pt idx="22">
                  <c:v>4730.946974</c:v>
                </c:pt>
                <c:pt idx="23">
                  <c:v>4456.809797</c:v>
                </c:pt>
                <c:pt idx="24">
                  <c:v>4980.362468</c:v>
                </c:pt>
                <c:pt idx="25">
                  <c:v>4821.951777</c:v>
                </c:pt>
                <c:pt idx="26">
                  <c:v>5381.880619</c:v>
                </c:pt>
                <c:pt idx="27">
                  <c:v>5324.298714</c:v>
                </c:pt>
                <c:pt idx="28">
                  <c:v>5430.751548</c:v>
                </c:pt>
                <c:pt idx="29">
                  <c:v>5615.053617</c:v>
                </c:pt>
                <c:pt idx="30">
                  <c:v>3665.450796</c:v>
                </c:pt>
                <c:pt idx="31">
                  <c:v>6245.61052</c:v>
                </c:pt>
                <c:pt idx="32">
                  <c:v>6033.10354</c:v>
                </c:pt>
                <c:pt idx="33">
                  <c:v>6330.932613</c:v>
                </c:pt>
                <c:pt idx="34">
                  <c:v>4573.356868</c:v>
                </c:pt>
                <c:pt idx="35">
                  <c:v>4599.737406</c:v>
                </c:pt>
                <c:pt idx="36">
                  <c:v>5822.948578</c:v>
                </c:pt>
                <c:pt idx="37">
                  <c:v>6152.353448</c:v>
                </c:pt>
                <c:pt idx="38">
                  <c:v>5024.278088</c:v>
                </c:pt>
                <c:pt idx="39">
                  <c:v>6652.417848</c:v>
                </c:pt>
                <c:pt idx="40">
                  <c:v>6691.228986</c:v>
                </c:pt>
                <c:pt idx="41">
                  <c:v>6148.446746</c:v>
                </c:pt>
                <c:pt idx="42">
                  <c:v>6006.73459</c:v>
                </c:pt>
                <c:pt idx="43">
                  <c:v>6763.255375</c:v>
                </c:pt>
                <c:pt idx="44">
                  <c:v>6866.716282</c:v>
                </c:pt>
                <c:pt idx="45">
                  <c:v>6620.195173</c:v>
                </c:pt>
                <c:pt idx="46">
                  <c:v>6507.774039</c:v>
                </c:pt>
                <c:pt idx="47">
                  <c:v>7320.418369</c:v>
                </c:pt>
                <c:pt idx="48">
                  <c:v>6380.341714</c:v>
                </c:pt>
                <c:pt idx="49">
                  <c:v>7331.509639</c:v>
                </c:pt>
                <c:pt idx="50">
                  <c:v>7246.582423</c:v>
                </c:pt>
                <c:pt idx="51">
                  <c:v>7416.034979</c:v>
                </c:pt>
                <c:pt idx="52">
                  <c:v>7248.794071</c:v>
                </c:pt>
                <c:pt idx="53">
                  <c:v>7423.610391</c:v>
                </c:pt>
                <c:pt idx="54">
                  <c:v>7578.399768</c:v>
                </c:pt>
                <c:pt idx="55">
                  <c:v>8037.195097</c:v>
                </c:pt>
                <c:pt idx="56">
                  <c:v>6768.008984</c:v>
                </c:pt>
                <c:pt idx="57">
                  <c:v>8219.325013</c:v>
                </c:pt>
                <c:pt idx="58">
                  <c:v>8302.584487</c:v>
                </c:pt>
                <c:pt idx="59">
                  <c:v>8269.435187</c:v>
                </c:pt>
                <c:pt idx="60">
                  <c:v>8685.250746</c:v>
                </c:pt>
                <c:pt idx="61">
                  <c:v>6315.817702</c:v>
                </c:pt>
                <c:pt idx="62">
                  <c:v>8665.763621</c:v>
                </c:pt>
                <c:pt idx="63">
                  <c:v>8156.826552</c:v>
                </c:pt>
                <c:pt idx="64">
                  <c:v>8298.020205</c:v>
                </c:pt>
                <c:pt idx="65">
                  <c:v>8479.06155</c:v>
                </c:pt>
                <c:pt idx="66">
                  <c:v>8893.948086</c:v>
                </c:pt>
                <c:pt idx="67">
                  <c:v>8991.947342</c:v>
                </c:pt>
                <c:pt idx="68">
                  <c:v>8675.75227</c:v>
                </c:pt>
                <c:pt idx="69">
                  <c:v>9464.289085</c:v>
                </c:pt>
                <c:pt idx="70">
                  <c:v>7247.464162</c:v>
                </c:pt>
                <c:pt idx="71">
                  <c:v>9107.609643</c:v>
                </c:pt>
                <c:pt idx="72">
                  <c:v>9055.983818</c:v>
                </c:pt>
                <c:pt idx="73">
                  <c:v>9254.964783</c:v>
                </c:pt>
                <c:pt idx="74">
                  <c:v>9295.265297</c:v>
                </c:pt>
                <c:pt idx="75">
                  <c:v>9647.346016</c:v>
                </c:pt>
                <c:pt idx="76">
                  <c:v>9604.747049</c:v>
                </c:pt>
                <c:pt idx="77">
                  <c:v>8862.149895</c:v>
                </c:pt>
                <c:pt idx="78">
                  <c:v>9251.429264</c:v>
                </c:pt>
                <c:pt idx="79">
                  <c:v>9934.066708</c:v>
                </c:pt>
                <c:pt idx="80">
                  <c:v>10112.972405</c:v>
                </c:pt>
                <c:pt idx="81">
                  <c:v>10539.028282</c:v>
                </c:pt>
                <c:pt idx="82">
                  <c:v>7064.389349</c:v>
                </c:pt>
                <c:pt idx="83">
                  <c:v>11282.887066</c:v>
                </c:pt>
                <c:pt idx="84">
                  <c:v>10902.071182</c:v>
                </c:pt>
                <c:pt idx="85">
                  <c:v>10932.754353</c:v>
                </c:pt>
                <c:pt idx="86">
                  <c:v>6993.686853</c:v>
                </c:pt>
                <c:pt idx="87">
                  <c:v>7948.157522</c:v>
                </c:pt>
                <c:pt idx="88">
                  <c:v>11390.304134</c:v>
                </c:pt>
                <c:pt idx="89">
                  <c:v>10764.895881</c:v>
                </c:pt>
                <c:pt idx="90">
                  <c:v>8835.569456</c:v>
                </c:pt>
                <c:pt idx="91">
                  <c:v>8834.694708</c:v>
                </c:pt>
                <c:pt idx="92">
                  <c:v>11053.950671</c:v>
                </c:pt>
                <c:pt idx="93">
                  <c:v>10339.653041</c:v>
                </c:pt>
                <c:pt idx="94">
                  <c:v>10000.823267</c:v>
                </c:pt>
                <c:pt idx="95">
                  <c:v>9914.572824</c:v>
                </c:pt>
                <c:pt idx="96">
                  <c:v>10716.333246</c:v>
                </c:pt>
                <c:pt idx="97">
                  <c:v>10340.656299</c:v>
                </c:pt>
                <c:pt idx="98">
                  <c:v>10108.690336</c:v>
                </c:pt>
                <c:pt idx="99">
                  <c:v>10771.765947</c:v>
                </c:pt>
                <c:pt idx="100">
                  <c:v>11061.675471</c:v>
                </c:pt>
                <c:pt idx="101">
                  <c:v>10669.521911</c:v>
                </c:pt>
                <c:pt idx="102">
                  <c:v>10000.405308</c:v>
                </c:pt>
                <c:pt idx="103">
                  <c:v>10463.683026</c:v>
                </c:pt>
                <c:pt idx="104">
                  <c:v>11386.440876</c:v>
                </c:pt>
                <c:pt idx="105">
                  <c:v>12034.60115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EE8"/>
            </a:solidFill>
          </a:ln>
        </c:spPr>
        <c:txPr>
          <a:bodyPr/>
          <a:lstStyle/>
          <a:p>
            <a:pPr>
              <a:defRPr sz="900">
                <a:solidFill>
                  <a:srgbClr val="50535A"/>
                </a:solidFill>
                <a:latin typeface="Roboto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1"/>
        <c:tickMarkSkip val="11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D9DEE8"/>
            </a:solidFill>
          </a:ln>
        </c:spPr>
        <c:txPr>
          <a:bodyPr/>
          <a:lstStyle/>
          <a:p>
            <a:pPr>
              <a:defRPr sz="900">
                <a:solidFill>
                  <a:srgbClr val="50535A"/>
                </a:solidFill>
                <a:latin typeface="Roboto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000">
              <a:latin typeface="Roboto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71D49"/>
                </a:solidFill>
                <a:latin typeface="Montserrat Medium"/>
              </a:rPr>
              <a:t>SKYRIZI IBD  ·  WEEKLY TRX BY INDICATION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1089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E40D62"/>
                </a:solidFill>
                <a:latin typeface="Montserrat Medium"/>
              </a:rPr>
              <a:t>01 OF 01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03504"/>
            <a:ext cx="11384280" cy="16459"/>
          </a:xfrm>
          <a:prstGeom prst="rect">
            <a:avLst/>
          </a:prstGeom>
          <a:solidFill>
            <a:srgbClr val="D9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71D49"/>
                </a:solidFill>
                <a:latin typeface="Montserrat Medium"/>
              </a:rPr>
              <a:t>Crohn's Dominates Skyrizi's IBD Mix — but Ulcerative Colitis Is Climbing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" y="1591056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50535A"/>
                </a:solidFill>
                <a:latin typeface="Roboto"/>
              </a:rPr>
              <a:t>Skyrizi's weekly IBD volume has scaled from ~3,656 to ~15,656 TRx since May 2024. Crohn's has led in every week; ulcerative colitis has grown from ~4% to ~23% of the mix since its 2024 launch.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30428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535A"/>
                </a:solidFill>
                <a:latin typeface="Montserrat Medium"/>
              </a:rPr>
              <a:t>WEEKLY TRX — UC VS CD (FULL SERIES)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365760" y="2606040"/>
          <a:ext cx="68580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589520" y="2606040"/>
            <a:ext cx="77724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40D62"/>
                </a:solidFill>
                <a:latin typeface="Montserrat Medium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58775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71D49"/>
                </a:solidFill>
                <a:latin typeface="Montserrat Medium"/>
              </a:rPr>
              <a:t>Crohn's dominates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916936"/>
            <a:ext cx="370332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>
                <a:solidFill>
                  <a:srgbClr val="50535A"/>
                </a:solidFill>
                <a:latin typeface="Roboto"/>
              </a:rPr>
              <a:t>CD ~12,035 vs UC ~3,622 TRx in the latest week (05-08) — about a 77/23 CD/UC split.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3794760"/>
            <a:ext cx="77724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40D62"/>
                </a:solidFill>
                <a:latin typeface="Montserrat Medium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77647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71D49"/>
                </a:solidFill>
                <a:latin typeface="Montserrat Medium"/>
              </a:rPr>
              <a:t>UC is the growth engine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105656"/>
            <a:ext cx="370332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>
                <a:solidFill>
                  <a:srgbClr val="50535A"/>
                </a:solidFill>
                <a:latin typeface="Roboto"/>
              </a:rPr>
              <a:t>Ulcerative colitis has risen from ~4% to ~23% of Skyrizi's IBD mix since its 2024 launch.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4983480"/>
            <a:ext cx="77724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40D62"/>
                </a:solidFill>
                <a:latin typeface="Montserrat Medium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96519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71D49"/>
                </a:solidFill>
                <a:latin typeface="Montserrat Medium"/>
              </a:rPr>
              <a:t>~4x ramp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294376"/>
            <a:ext cx="370332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>
                <a:solidFill>
                  <a:srgbClr val="50535A"/>
                </a:solidFill>
                <a:latin typeface="Roboto"/>
              </a:rPr>
              <a:t>Skyrizi's IBD volume rose from ~3,656 to ~15,656 weekly TRx (OBI maintenance is ~99.9% of it).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943600"/>
            <a:ext cx="11384280" cy="420624"/>
          </a:xfrm>
          <a:prstGeom prst="rect">
            <a:avLst/>
          </a:prstGeom>
          <a:solidFill>
            <a:srgbClr val="FB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5943600"/>
            <a:ext cx="54864" cy="420624"/>
          </a:xfrm>
          <a:prstGeom prst="rect">
            <a:avLst/>
          </a:prstGeom>
          <a:solidFill>
            <a:srgbClr val="E40D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11064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40D62"/>
                </a:solidFill>
                <a:latin typeface="Roboto"/>
              </a:rPr>
              <a:t>TL;DR   </a:t>
            </a:r>
            <a:r>
              <a:rPr sz="1150" b="0" i="0">
                <a:solidFill>
                  <a:srgbClr val="071D49"/>
                </a:solidFill>
                <a:latin typeface="Roboto"/>
              </a:rPr>
              <a:t>Within Skyrizi's IBD business, Crohn's is the dominant indication (~77% of TRx) while ulcerative colitis is the faster-growing share since its 2024 launch.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3737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40D62"/>
                </a:solidFill>
                <a:latin typeface="Montserrat Medium"/>
              </a:rPr>
              <a:t>▶ </a:t>
            </a:r>
            <a:r>
              <a:rPr sz="1100" b="1" i="0">
                <a:solidFill>
                  <a:srgbClr val="071D49"/>
                </a:solidFill>
                <a:latin typeface="Montserrat Medium"/>
              </a:rPr>
              <a:t>DataZymes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373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071D49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
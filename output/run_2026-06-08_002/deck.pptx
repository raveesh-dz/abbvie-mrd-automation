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Ulcerative Colitis (UC)</c:v>
                </c:pt>
              </c:strCache>
            </c:strRef>
          </c:tx>
          <c:spPr>
            <a:ln w="28575">
              <a:solidFill>
                <a:srgbClr val="07B2AC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  <c:pt idx="106">
                  <c:v>05-15</c:v>
                </c:pt>
                <c:pt idx="107">
                  <c:v>05-22</c:v>
                </c:pt>
                <c:pt idx="108">
                  <c:v>05-29</c:v>
                </c:pt>
                <c:pt idx="109">
                  <c:v>06-05</c:v>
                </c:pt>
                <c:pt idx="110">
                  <c:v>06-12</c:v>
                </c:pt>
                <c:pt idx="111">
                  <c:v>06-19</c:v>
                </c:pt>
                <c:pt idx="112">
                  <c:v>06-26</c:v>
                </c:pt>
                <c:pt idx="113">
                  <c:v>07-03</c:v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98.518275</c:v>
                </c:pt>
                <c:pt idx="1">
                  <c:v>76.55594</c:v>
                </c:pt>
                <c:pt idx="2">
                  <c:v>100.175056</c:v>
                </c:pt>
                <c:pt idx="3">
                  <c:v>70.932738</c:v>
                </c:pt>
                <c:pt idx="4">
                  <c:v>74.195951</c:v>
                </c:pt>
                <c:pt idx="5">
                  <c:v>165.600215</c:v>
                </c:pt>
                <c:pt idx="6">
                  <c:v>128.423488</c:v>
                </c:pt>
                <c:pt idx="7">
                  <c:v>173.904343</c:v>
                </c:pt>
                <c:pt idx="8">
                  <c:v>179.012607</c:v>
                </c:pt>
                <c:pt idx="9">
                  <c:v>87.548362</c:v>
                </c:pt>
                <c:pt idx="10">
                  <c:v>133.277099</c:v>
                </c:pt>
                <c:pt idx="11">
                  <c:v>101.625731</c:v>
                </c:pt>
                <c:pt idx="12">
                  <c:v>162.019995</c:v>
                </c:pt>
                <c:pt idx="13">
                  <c:v>342.63221</c:v>
                </c:pt>
                <c:pt idx="14">
                  <c:v>257.624728</c:v>
                </c:pt>
                <c:pt idx="15">
                  <c:v>280.104206</c:v>
                </c:pt>
                <c:pt idx="16">
                  <c:v>249.219397</c:v>
                </c:pt>
                <c:pt idx="17">
                  <c:v>325.717991</c:v>
                </c:pt>
                <c:pt idx="18">
                  <c:v>255.874789</c:v>
                </c:pt>
                <c:pt idx="19">
                  <c:v>398.446814</c:v>
                </c:pt>
                <c:pt idx="20">
                  <c:v>392.385392</c:v>
                </c:pt>
                <c:pt idx="21">
                  <c:v>328.184556</c:v>
                </c:pt>
                <c:pt idx="22">
                  <c:v>469.81772</c:v>
                </c:pt>
                <c:pt idx="23">
                  <c:v>600.401522</c:v>
                </c:pt>
                <c:pt idx="24">
                  <c:v>569.55037</c:v>
                </c:pt>
                <c:pt idx="25">
                  <c:v>692.608022</c:v>
                </c:pt>
                <c:pt idx="26">
                  <c:v>1016.816809</c:v>
                </c:pt>
                <c:pt idx="27">
                  <c:v>947.772634</c:v>
                </c:pt>
                <c:pt idx="28">
                  <c:v>1027.676316</c:v>
                </c:pt>
                <c:pt idx="29">
                  <c:v>819.24964</c:v>
                </c:pt>
                <c:pt idx="30">
                  <c:v>592.522585</c:v>
                </c:pt>
                <c:pt idx="31">
                  <c:v>921.654944</c:v>
                </c:pt>
                <c:pt idx="32">
                  <c:v>680.250843</c:v>
                </c:pt>
                <c:pt idx="33">
                  <c:v>1096.819854</c:v>
                </c:pt>
                <c:pt idx="34">
                  <c:v>505.803413</c:v>
                </c:pt>
                <c:pt idx="35">
                  <c:v>724.767593</c:v>
                </c:pt>
                <c:pt idx="36">
                  <c:v>975.043768</c:v>
                </c:pt>
                <c:pt idx="37">
                  <c:v>1043.340009</c:v>
                </c:pt>
                <c:pt idx="38">
                  <c:v>1046.50234</c:v>
                </c:pt>
                <c:pt idx="39">
                  <c:v>890.728502</c:v>
                </c:pt>
                <c:pt idx="40">
                  <c:v>1727.52972</c:v>
                </c:pt>
                <c:pt idx="41">
                  <c:v>1069.539604</c:v>
                </c:pt>
                <c:pt idx="42">
                  <c:v>1479.732154</c:v>
                </c:pt>
                <c:pt idx="43">
                  <c:v>1200.750631</c:v>
                </c:pt>
                <c:pt idx="44">
                  <c:v>1146.421416</c:v>
                </c:pt>
                <c:pt idx="45">
                  <c:v>1386.659272</c:v>
                </c:pt>
                <c:pt idx="46">
                  <c:v>1299.932386</c:v>
                </c:pt>
                <c:pt idx="47">
                  <c:v>1874.513527</c:v>
                </c:pt>
                <c:pt idx="48">
                  <c:v>1505.786682</c:v>
                </c:pt>
                <c:pt idx="49">
                  <c:v>1317.240246</c:v>
                </c:pt>
                <c:pt idx="50">
                  <c:v>1354.789284</c:v>
                </c:pt>
                <c:pt idx="51">
                  <c:v>1682.962726</c:v>
                </c:pt>
                <c:pt idx="52">
                  <c:v>1308.143316</c:v>
                </c:pt>
                <c:pt idx="53">
                  <c:v>1465.251506</c:v>
                </c:pt>
                <c:pt idx="54">
                  <c:v>1522.909521</c:v>
                </c:pt>
                <c:pt idx="55">
                  <c:v>1555.545922</c:v>
                </c:pt>
                <c:pt idx="56">
                  <c:v>1743.659936</c:v>
                </c:pt>
                <c:pt idx="57">
                  <c:v>1971.205562</c:v>
                </c:pt>
                <c:pt idx="58">
                  <c:v>2355.130079</c:v>
                </c:pt>
                <c:pt idx="59">
                  <c:v>2651.887126</c:v>
                </c:pt>
                <c:pt idx="60">
                  <c:v>2720.613799</c:v>
                </c:pt>
                <c:pt idx="61">
                  <c:v>1390.176179</c:v>
                </c:pt>
                <c:pt idx="62">
                  <c:v>2351.012385</c:v>
                </c:pt>
                <c:pt idx="63">
                  <c:v>2178.772978</c:v>
                </c:pt>
                <c:pt idx="64">
                  <c:v>2410.692175</c:v>
                </c:pt>
                <c:pt idx="65">
                  <c:v>1837.251623</c:v>
                </c:pt>
                <c:pt idx="66">
                  <c:v>2661.21029</c:v>
                </c:pt>
                <c:pt idx="67">
                  <c:v>2338.253174</c:v>
                </c:pt>
                <c:pt idx="68">
                  <c:v>1905.169002</c:v>
                </c:pt>
                <c:pt idx="69">
                  <c:v>2562.088654</c:v>
                </c:pt>
                <c:pt idx="70">
                  <c:v>2174.113521</c:v>
                </c:pt>
                <c:pt idx="71">
                  <c:v>2669.745553</c:v>
                </c:pt>
                <c:pt idx="72">
                  <c:v>2070.471513</c:v>
                </c:pt>
                <c:pt idx="73">
                  <c:v>2819.009138</c:v>
                </c:pt>
                <c:pt idx="74">
                  <c:v>2946.477895</c:v>
                </c:pt>
                <c:pt idx="75">
                  <c:v>2431.565234</c:v>
                </c:pt>
                <c:pt idx="76">
                  <c:v>3378.718777</c:v>
                </c:pt>
                <c:pt idx="77">
                  <c:v>3064.045562</c:v>
                </c:pt>
                <c:pt idx="78">
                  <c:v>2421.755741</c:v>
                </c:pt>
                <c:pt idx="79">
                  <c:v>2629.152955</c:v>
                </c:pt>
                <c:pt idx="80">
                  <c:v>3444.882902</c:v>
                </c:pt>
                <c:pt idx="81">
                  <c:v>3641.708919</c:v>
                </c:pt>
                <c:pt idx="82">
                  <c:v>2302.148001</c:v>
                </c:pt>
                <c:pt idx="83">
                  <c:v>3709.420369</c:v>
                </c:pt>
                <c:pt idx="84">
                  <c:v>2684.070718</c:v>
                </c:pt>
                <c:pt idx="85">
                  <c:v>4326.483434</c:v>
                </c:pt>
                <c:pt idx="86">
                  <c:v>2495.013225</c:v>
                </c:pt>
                <c:pt idx="87">
                  <c:v>2188.047341</c:v>
                </c:pt>
                <c:pt idx="88">
                  <c:v>2071.430111</c:v>
                </c:pt>
                <c:pt idx="89">
                  <c:v>2618.95266</c:v>
                </c:pt>
                <c:pt idx="90">
                  <c:v>2350.642882</c:v>
                </c:pt>
                <c:pt idx="91">
                  <c:v>2106.769535</c:v>
                </c:pt>
                <c:pt idx="92">
                  <c:v>3277.725496</c:v>
                </c:pt>
                <c:pt idx="93">
                  <c:v>2943.522489</c:v>
                </c:pt>
                <c:pt idx="94">
                  <c:v>2541.643796</c:v>
                </c:pt>
                <c:pt idx="95">
                  <c:v>3070.539311</c:v>
                </c:pt>
                <c:pt idx="96">
                  <c:v>2760.582366</c:v>
                </c:pt>
                <c:pt idx="97">
                  <c:v>3986.449051</c:v>
                </c:pt>
                <c:pt idx="98">
                  <c:v>4051.274766</c:v>
                </c:pt>
                <c:pt idx="99">
                  <c:v>3709.936336</c:v>
                </c:pt>
                <c:pt idx="100">
                  <c:v>3682.944656</c:v>
                </c:pt>
                <c:pt idx="101">
                  <c:v>2842.772457</c:v>
                </c:pt>
                <c:pt idx="102">
                  <c:v>2555.312527</c:v>
                </c:pt>
                <c:pt idx="103">
                  <c:v>3057.454309</c:v>
                </c:pt>
                <c:pt idx="104">
                  <c:v>3801.74134</c:v>
                </c:pt>
                <c:pt idx="105">
                  <c:v>2549.138823</c:v>
                </c:pt>
                <c:pt idx="106">
                  <c:v>3567.584279</c:v>
                </c:pt>
                <c:pt idx="107">
                  <c:v>3853.365952</c:v>
                </c:pt>
                <c:pt idx="108">
                  <c:v>3018.377542</c:v>
                </c:pt>
                <c:pt idx="109">
                  <c:v>4230.40296</c:v>
                </c:pt>
                <c:pt idx="110">
                  <c:v>4072.738769</c:v>
                </c:pt>
                <c:pt idx="111">
                  <c:v>3397.467411</c:v>
                </c:pt>
                <c:pt idx="112">
                  <c:v>4197.913442</c:v>
                </c:pt>
                <c:pt idx="113">
                  <c:v>3554.900091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Crohn's (CD)</c:v>
                </c:pt>
              </c:strCache>
            </c:strRef>
          </c:tx>
          <c:spPr>
            <a:ln w="28575">
              <a:solidFill>
                <a:srgbClr val="E40D6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  <c:pt idx="106">
                  <c:v>05-15</c:v>
                </c:pt>
                <c:pt idx="107">
                  <c:v>05-22</c:v>
                </c:pt>
                <c:pt idx="108">
                  <c:v>05-29</c:v>
                </c:pt>
                <c:pt idx="109">
                  <c:v>06-05</c:v>
                </c:pt>
                <c:pt idx="110">
                  <c:v>06-12</c:v>
                </c:pt>
                <c:pt idx="111">
                  <c:v>06-19</c:v>
                </c:pt>
                <c:pt idx="112">
                  <c:v>06-26</c:v>
                </c:pt>
                <c:pt idx="113">
                  <c:v>07-03</c:v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0">
                  <c:v>4191.397261</c:v>
                </c:pt>
                <c:pt idx="1">
                  <c:v>3257.023716</c:v>
                </c:pt>
                <c:pt idx="2">
                  <c:v>4261.883961</c:v>
                </c:pt>
                <c:pt idx="3">
                  <c:v>3017.788157</c:v>
                </c:pt>
                <c:pt idx="4">
                  <c:v>3156.619474</c:v>
                </c:pt>
                <c:pt idx="5">
                  <c:v>4725.902365</c:v>
                </c:pt>
                <c:pt idx="6">
                  <c:v>3664.952164</c:v>
                </c:pt>
                <c:pt idx="7">
                  <c:v>4962.885736</c:v>
                </c:pt>
                <c:pt idx="8">
                  <c:v>5108.665487</c:v>
                </c:pt>
                <c:pt idx="9">
                  <c:v>2932.127951</c:v>
                </c:pt>
                <c:pt idx="10">
                  <c:v>4463.652993</c:v>
                </c:pt>
                <c:pt idx="11">
                  <c:v>3403.600491</c:v>
                </c:pt>
                <c:pt idx="12">
                  <c:v>5426.296345</c:v>
                </c:pt>
                <c:pt idx="13">
                  <c:v>4684.433855</c:v>
                </c:pt>
                <c:pt idx="14">
                  <c:v>3522.219926</c:v>
                </c:pt>
                <c:pt idx="15">
                  <c:v>3829.55714</c:v>
                </c:pt>
                <c:pt idx="16">
                  <c:v>3407.303069</c:v>
                </c:pt>
                <c:pt idx="17">
                  <c:v>4453.184323</c:v>
                </c:pt>
                <c:pt idx="18">
                  <c:v>3534.436586</c:v>
                </c:pt>
                <c:pt idx="19">
                  <c:v>5503.805205</c:v>
                </c:pt>
                <c:pt idx="20">
                  <c:v>5420.077889</c:v>
                </c:pt>
                <c:pt idx="21">
                  <c:v>4533.262174</c:v>
                </c:pt>
                <c:pt idx="22">
                  <c:v>3844.689639</c:v>
                </c:pt>
                <c:pt idx="23">
                  <c:v>4913.304477</c:v>
                </c:pt>
                <c:pt idx="24">
                  <c:v>4660.838257</c:v>
                </c:pt>
                <c:pt idx="25">
                  <c:v>5667.863876</c:v>
                </c:pt>
                <c:pt idx="26">
                  <c:v>6754.954786</c:v>
                </c:pt>
                <c:pt idx="27">
                  <c:v>6296.277984</c:v>
                </c:pt>
                <c:pt idx="28">
                  <c:v>6827.097064</c:v>
                </c:pt>
                <c:pt idx="29">
                  <c:v>5442.469311</c:v>
                </c:pt>
                <c:pt idx="30">
                  <c:v>3936.267811</c:v>
                </c:pt>
                <c:pt idx="31">
                  <c:v>6464.706163</c:v>
                </c:pt>
                <c:pt idx="32">
                  <c:v>4771.440594</c:v>
                </c:pt>
                <c:pt idx="33">
                  <c:v>7693.354343</c:v>
                </c:pt>
                <c:pt idx="34">
                  <c:v>3547.824991</c:v>
                </c:pt>
                <c:pt idx="35">
                  <c:v>4323.247236</c:v>
                </c:pt>
                <c:pt idx="36">
                  <c:v>5816.147564</c:v>
                </c:pt>
                <c:pt idx="37">
                  <c:v>6223.53545</c:v>
                </c:pt>
                <c:pt idx="38">
                  <c:v>6242.398789</c:v>
                </c:pt>
                <c:pt idx="39">
                  <c:v>5313.206011</c:v>
                </c:pt>
                <c:pt idx="40">
                  <c:v>8267.566044</c:v>
                </c:pt>
                <c:pt idx="41">
                  <c:v>5118.574353</c:v>
                </c:pt>
                <c:pt idx="42">
                  <c:v>7081.663008</c:v>
                </c:pt>
                <c:pt idx="43">
                  <c:v>5746.520612</c:v>
                </c:pt>
                <c:pt idx="44">
                  <c:v>5270.282421</c:v>
                </c:pt>
                <c:pt idx="45">
                  <c:v>6374.694232</c:v>
                </c:pt>
                <c:pt idx="46">
                  <c:v>5975.996879</c:v>
                </c:pt>
                <c:pt idx="47">
                  <c:v>8617.43819</c:v>
                </c:pt>
                <c:pt idx="48">
                  <c:v>7162.402725</c:v>
                </c:pt>
                <c:pt idx="49">
                  <c:v>6265.56553</c:v>
                </c:pt>
                <c:pt idx="50">
                  <c:v>6444.170729</c:v>
                </c:pt>
                <c:pt idx="51">
                  <c:v>8005.155684</c:v>
                </c:pt>
                <c:pt idx="52">
                  <c:v>5415.573148</c:v>
                </c:pt>
                <c:pt idx="53">
                  <c:v>6065.984219</c:v>
                </c:pt>
                <c:pt idx="54">
                  <c:v>6304.682222</c:v>
                </c:pt>
                <c:pt idx="55">
                  <c:v>6439.793426</c:v>
                </c:pt>
                <c:pt idx="56">
                  <c:v>7218.565287</c:v>
                </c:pt>
                <c:pt idx="57">
                  <c:v>7335.286501</c:v>
                </c:pt>
                <c:pt idx="58">
                  <c:v>8763.953496</c:v>
                </c:pt>
                <c:pt idx="59">
                  <c:v>9868.251295</c:v>
                </c:pt>
                <c:pt idx="60">
                  <c:v>10123.998258</c:v>
                </c:pt>
                <c:pt idx="61">
                  <c:v>6083.235974</c:v>
                </c:pt>
                <c:pt idx="62">
                  <c:v>10287.734272</c:v>
                </c:pt>
                <c:pt idx="63">
                  <c:v>9534.036303</c:v>
                </c:pt>
                <c:pt idx="64">
                  <c:v>10548.885519</c:v>
                </c:pt>
                <c:pt idx="65">
                  <c:v>7555.68934</c:v>
                </c:pt>
                <c:pt idx="66">
                  <c:v>10944.215786</c:v>
                </c:pt>
                <c:pt idx="67">
                  <c:v>9616.056048</c:v>
                </c:pt>
                <c:pt idx="68">
                  <c:v>7834.999265</c:v>
                </c:pt>
                <c:pt idx="69">
                  <c:v>10536.578486</c:v>
                </c:pt>
                <c:pt idx="70">
                  <c:v>7991.465741</c:v>
                </c:pt>
                <c:pt idx="71">
                  <c:v>9813.277882</c:v>
                </c:pt>
                <c:pt idx="72">
                  <c:v>7610.505158</c:v>
                </c:pt>
                <c:pt idx="73">
                  <c:v>10361.931305</c:v>
                </c:pt>
                <c:pt idx="74">
                  <c:v>9581.069254</c:v>
                </c:pt>
                <c:pt idx="75">
                  <c:v>7906.726516</c:v>
                </c:pt>
                <c:pt idx="76">
                  <c:v>10986.58797</c:v>
                </c:pt>
                <c:pt idx="77">
                  <c:v>9963.364318</c:v>
                </c:pt>
                <c:pt idx="78">
                  <c:v>7874.828965</c:v>
                </c:pt>
                <c:pt idx="79">
                  <c:v>7398.091079</c:v>
                </c:pt>
                <c:pt idx="80">
                  <c:v>9693.448003</c:v>
                </c:pt>
                <c:pt idx="81">
                  <c:v>10247.290561</c:v>
                </c:pt>
                <c:pt idx="82">
                  <c:v>6477.94209</c:v>
                </c:pt>
                <c:pt idx="83">
                  <c:v>10983.373964</c:v>
                </c:pt>
                <c:pt idx="84">
                  <c:v>7947.374391</c:v>
                </c:pt>
                <c:pt idx="85">
                  <c:v>12810.461145</c:v>
                </c:pt>
                <c:pt idx="86">
                  <c:v>7387.586353</c:v>
                </c:pt>
                <c:pt idx="87">
                  <c:v>10360.741989</c:v>
                </c:pt>
                <c:pt idx="88">
                  <c:v>9808.541404</c:v>
                </c:pt>
                <c:pt idx="89">
                  <c:v>12401.145208</c:v>
                </c:pt>
                <c:pt idx="90">
                  <c:v>11130.656982</c:v>
                </c:pt>
                <c:pt idx="91">
                  <c:v>9975.879033</c:v>
                </c:pt>
                <c:pt idx="92">
                  <c:v>11403.770237</c:v>
                </c:pt>
                <c:pt idx="93">
                  <c:v>10241.020548</c:v>
                </c:pt>
                <c:pt idx="94">
                  <c:v>8842.815518</c:v>
                </c:pt>
                <c:pt idx="95">
                  <c:v>10682.933898</c:v>
                </c:pt>
                <c:pt idx="96">
                  <c:v>8328.953685</c:v>
                </c:pt>
                <c:pt idx="97">
                  <c:v>12027.516338</c:v>
                </c:pt>
                <c:pt idx="98">
                  <c:v>12223.102017</c:v>
                </c:pt>
                <c:pt idx="99">
                  <c:v>11193.249762</c:v>
                </c:pt>
                <c:pt idx="100">
                  <c:v>13897.27726</c:v>
                </c:pt>
                <c:pt idx="101">
                  <c:v>10726.959192</c:v>
                </c:pt>
                <c:pt idx="102">
                  <c:v>9642.253685</c:v>
                </c:pt>
                <c:pt idx="103">
                  <c:v>11537.042834</c:v>
                </c:pt>
                <c:pt idx="104">
                  <c:v>14591.088722</c:v>
                </c:pt>
                <c:pt idx="105">
                  <c:v>9783.598465</c:v>
                </c:pt>
                <c:pt idx="106">
                  <c:v>13692.393586</c:v>
                </c:pt>
                <c:pt idx="107">
                  <c:v>14789.224058</c:v>
                </c:pt>
                <c:pt idx="108">
                  <c:v>11584.537341</c:v>
                </c:pt>
                <c:pt idx="109">
                  <c:v>14467.133164</c:v>
                </c:pt>
                <c:pt idx="110">
                  <c:v>13927.953123</c:v>
                </c:pt>
                <c:pt idx="111">
                  <c:v>11618.659954</c:v>
                </c:pt>
                <c:pt idx="112">
                  <c:v>14356.025504</c:v>
                </c:pt>
                <c:pt idx="113">
                  <c:v>12157.048275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2"/>
        <c:tickMarkSkip val="12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Robot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SKYRIZI IBD  ·  WEEKLY TRX BY INDICATION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40D62"/>
                </a:solidFill>
                <a:latin typeface="Montserrat Medium"/>
              </a:rPr>
              <a:t>01 OF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03504"/>
            <a:ext cx="11384280" cy="16459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71D49"/>
                </a:solidFill>
                <a:latin typeface="Montserrat Medium"/>
              </a:rPr>
              <a:t>Crohn's Dominates Skyrizi's IBD Mix — but Ulcerative Colitis Is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91056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50535A"/>
                </a:solidFill>
                <a:latin typeface="Roboto"/>
              </a:rPr>
              <a:t>Skyrizi's weekly IBD volume has scaled from ~4,290 to ~15,712 TRx since May 2024. Crohn's has led in every week; ulcerative colitis has grown from ~2% to ~23% of the mix since its 2024 launch.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0428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535A"/>
                </a:solidFill>
                <a:latin typeface="Montserrat Medium"/>
              </a:rPr>
              <a:t>WEEKLY TRX — UC VS CD (FULL SERIES)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2606040"/>
          <a:ext cx="68580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260604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877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Crohn's dominates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1693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CD ~12,157 vs UC ~3,555 TRx in the latest week (07-03) — about a 77/23 CD/UC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9476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764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UC is the growth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0565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Ulcerative colitis has risen from ~2% to ~23% of Skyrizi's IBD mix since its 2024 launch.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98348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9651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~4x 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29437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Skyrizi's IBD volume rose from ~4,290 to ~15,712 weekly TRx (OBI maintenance is ~99.9% of it).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11384280" cy="420624"/>
          </a:xfrm>
          <a:prstGeom prst="rect">
            <a:avLst/>
          </a:prstGeom>
          <a:solidFill>
            <a:srgbClr val="FB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943600"/>
            <a:ext cx="54864" cy="420624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1064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0D62"/>
                </a:solidFill>
                <a:latin typeface="Roboto"/>
              </a:rPr>
              <a:t>TL;DR   </a:t>
            </a:r>
            <a:r>
              <a:rPr sz="1150" b="0" i="0">
                <a:solidFill>
                  <a:srgbClr val="071D49"/>
                </a:solidFill>
                <a:latin typeface="Roboto"/>
              </a:rPr>
              <a:t>Within Skyrizi's IBD business, Crohn's is the dominant indication (~77% of TRx) while ulcerative colitis is the faster-growing share since its 2024 launch.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▶ </a:t>
            </a:r>
            <a:r>
              <a:rPr sz="1100" b="1" i="0">
                <a:solidFill>
                  <a:srgbClr val="071D49"/>
                </a:solidFill>
                <a:latin typeface="Montserrat Medium"/>
              </a:rPr>
              <a:t>DataZymes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071D49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
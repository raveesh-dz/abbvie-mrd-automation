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Ulcerative Colitis (UC)</c:v>
                </c:pt>
              </c:strCache>
            </c:strRef>
          </c:tx>
          <c:spPr>
            <a:ln w="28575">
              <a:solidFill>
                <a:srgbClr val="07B2AC"/>
              </a:solidFill>
            </a:ln>
          </c:spPr>
          <c:marker>
            <c:symbol val="none"/>
          </c:marker>
          <c:cat>
            <c:strRef>
              <c:f>Sheet1!$A$2:$A$127</c:f>
              <c:strCache>
                <c:ptCount val="12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  <c:pt idx="110">
                  <c:v>06-12</c:v>
                </c:pt>
                <c:pt idx="111">
                  <c:v>06-19</c:v>
                </c:pt>
                <c:pt idx="112">
                  <c:v>06-26</c:v>
                </c:pt>
                <c:pt idx="113">
                  <c:v>07-03</c:v>
                </c:pt>
                <c:pt idx="114">
                  <c:v>07-10</c:v>
                </c:pt>
                <c:pt idx="115">
                  <c:v>07-17</c:v>
                </c:pt>
                <c:pt idx="116">
                  <c:v>07-24</c:v>
                </c:pt>
                <c:pt idx="117">
                  <c:v>07-31</c:v>
                </c:pt>
                <c:pt idx="118">
                  <c:v>08-07</c:v>
                </c:pt>
                <c:pt idx="119">
                  <c:v>08-14</c:v>
                </c:pt>
                <c:pt idx="120">
                  <c:v>08-21</c:v>
                </c:pt>
                <c:pt idx="121">
                  <c:v>08-28</c:v>
                </c:pt>
                <c:pt idx="122">
                  <c:v>09-04</c:v>
                </c:pt>
                <c:pt idx="123">
                  <c:v>09-11</c:v>
                </c:pt>
                <c:pt idx="124">
                  <c:v>09-18</c:v>
                </c:pt>
                <c:pt idx="125">
                  <c:v>09-25</c:v>
                </c:pt>
              </c:strCache>
            </c:strRef>
          </c:cat>
          <c:val>
            <c:numRef>
              <c:f>Sheet1!$B$2:$B$127</c:f>
              <c:numCache>
                <c:formatCode>General</c:formatCode>
                <c:ptCount val="126"/>
                <c:pt idx="0">
                  <c:v>4.674607</c:v>
                </c:pt>
                <c:pt idx="1">
                  <c:v>2.620262</c:v>
                </c:pt>
                <c:pt idx="2">
                  <c:v>5.920558</c:v>
                </c:pt>
                <c:pt idx="3">
                  <c:v>2.447269</c:v>
                </c:pt>
                <c:pt idx="4">
                  <c:v>4.338413</c:v>
                </c:pt>
                <c:pt idx="5">
                  <c:v>4.317527</c:v>
                </c:pt>
                <c:pt idx="6">
                  <c:v>4.955441</c:v>
                </c:pt>
                <c:pt idx="7">
                  <c:v>5.411919</c:v>
                </c:pt>
                <c:pt idx="8">
                  <c:v>3.244617</c:v>
                </c:pt>
                <c:pt idx="9">
                  <c:v>1.841074</c:v>
                </c:pt>
                <c:pt idx="10">
                  <c:v>1.802827</c:v>
                </c:pt>
                <c:pt idx="11">
                  <c:v>2.060331</c:v>
                </c:pt>
                <c:pt idx="12">
                  <c:v>1.07932</c:v>
                </c:pt>
                <c:pt idx="13">
                  <c:v>1.883145</c:v>
                </c:pt>
                <c:pt idx="14">
                  <c:v>2.639847</c:v>
                </c:pt>
                <c:pt idx="15">
                  <c:v>1.599968</c:v>
                </c:pt>
                <c:pt idx="16">
                  <c:v>1.441231</c:v>
                </c:pt>
                <c:pt idx="17">
                  <c:v>3.769741</c:v>
                </c:pt>
                <c:pt idx="18">
                  <c:v>1.894665</c:v>
                </c:pt>
                <c:pt idx="19">
                  <c:v>3.128004</c:v>
                </c:pt>
                <c:pt idx="20">
                  <c:v>1.196489</c:v>
                </c:pt>
                <c:pt idx="21">
                  <c:v>1.571683</c:v>
                </c:pt>
                <c:pt idx="22">
                  <c:v>1.606987</c:v>
                </c:pt>
                <c:pt idx="23">
                  <c:v>2.884551</c:v>
                </c:pt>
                <c:pt idx="24">
                  <c:v>3.357742</c:v>
                </c:pt>
                <c:pt idx="25">
                  <c:v>1.40955</c:v>
                </c:pt>
                <c:pt idx="26">
                  <c:v>3.867847</c:v>
                </c:pt>
                <c:pt idx="27">
                  <c:v>2.731182</c:v>
                </c:pt>
                <c:pt idx="28">
                  <c:v>3.505119</c:v>
                </c:pt>
                <c:pt idx="29">
                  <c:v>2.83352</c:v>
                </c:pt>
                <c:pt idx="30">
                  <c:v>2.453276</c:v>
                </c:pt>
                <c:pt idx="31">
                  <c:v>7.94864</c:v>
                </c:pt>
                <c:pt idx="32">
                  <c:v>18.174777</c:v>
                </c:pt>
                <c:pt idx="33">
                  <c:v>6.305687</c:v>
                </c:pt>
                <c:pt idx="34">
                  <c:v>10.409804</c:v>
                </c:pt>
                <c:pt idx="35">
                  <c:v>20.616798</c:v>
                </c:pt>
                <c:pt idx="36">
                  <c:v>43.803253</c:v>
                </c:pt>
                <c:pt idx="37">
                  <c:v>41.486285</c:v>
                </c:pt>
                <c:pt idx="38">
                  <c:v>26.348626</c:v>
                </c:pt>
                <c:pt idx="39">
                  <c:v>62.284845</c:v>
                </c:pt>
                <c:pt idx="40">
                  <c:v>54.5928</c:v>
                </c:pt>
                <c:pt idx="41">
                  <c:v>74.548376</c:v>
                </c:pt>
                <c:pt idx="42">
                  <c:v>58.59979</c:v>
                </c:pt>
                <c:pt idx="43">
                  <c:v>80.285474</c:v>
                </c:pt>
                <c:pt idx="44">
                  <c:v>90.383836</c:v>
                </c:pt>
                <c:pt idx="45">
                  <c:v>115.176959</c:v>
                </c:pt>
                <c:pt idx="46">
                  <c:v>188.236901</c:v>
                </c:pt>
                <c:pt idx="47">
                  <c:v>136.872316</c:v>
                </c:pt>
                <c:pt idx="48">
                  <c:v>115.534601</c:v>
                </c:pt>
                <c:pt idx="49">
                  <c:v>281.200297</c:v>
                </c:pt>
                <c:pt idx="50">
                  <c:v>340.476231</c:v>
                </c:pt>
                <c:pt idx="51">
                  <c:v>247.320348</c:v>
                </c:pt>
                <c:pt idx="52">
                  <c:v>304.324982</c:v>
                </c:pt>
                <c:pt idx="53">
                  <c:v>339.136617</c:v>
                </c:pt>
                <c:pt idx="54">
                  <c:v>377.957101</c:v>
                </c:pt>
                <c:pt idx="55">
                  <c:v>356.060252</c:v>
                </c:pt>
                <c:pt idx="56">
                  <c:v>209.026283</c:v>
                </c:pt>
                <c:pt idx="57">
                  <c:v>537.684553</c:v>
                </c:pt>
                <c:pt idx="58">
                  <c:v>742.026462</c:v>
                </c:pt>
                <c:pt idx="59">
                  <c:v>585.495362</c:v>
                </c:pt>
                <c:pt idx="60">
                  <c:v>746.716506</c:v>
                </c:pt>
                <c:pt idx="61">
                  <c:v>571.025203</c:v>
                </c:pt>
                <c:pt idx="62">
                  <c:v>934.535557</c:v>
                </c:pt>
                <c:pt idx="63">
                  <c:v>774.007313</c:v>
                </c:pt>
                <c:pt idx="64">
                  <c:v>788.200416</c:v>
                </c:pt>
                <c:pt idx="65">
                  <c:v>853.240366</c:v>
                </c:pt>
                <c:pt idx="66">
                  <c:v>721.699544</c:v>
                </c:pt>
                <c:pt idx="67">
                  <c:v>954.728496</c:v>
                </c:pt>
                <c:pt idx="68">
                  <c:v>834.438057</c:v>
                </c:pt>
                <c:pt idx="69">
                  <c:v>807.179778</c:v>
                </c:pt>
                <c:pt idx="70">
                  <c:v>649.476036</c:v>
                </c:pt>
                <c:pt idx="71">
                  <c:v>999.422508</c:v>
                </c:pt>
                <c:pt idx="72">
                  <c:v>787.194286</c:v>
                </c:pt>
                <c:pt idx="73">
                  <c:v>1709.053295</c:v>
                </c:pt>
                <c:pt idx="74">
                  <c:v>1572.620924</c:v>
                </c:pt>
                <c:pt idx="75">
                  <c:v>622.712087</c:v>
                </c:pt>
                <c:pt idx="76">
                  <c:v>768.817677</c:v>
                </c:pt>
                <c:pt idx="77">
                  <c:v>1097.076153</c:v>
                </c:pt>
                <c:pt idx="78">
                  <c:v>1879.986268</c:v>
                </c:pt>
                <c:pt idx="79">
                  <c:v>2848.864217</c:v>
                </c:pt>
                <c:pt idx="80">
                  <c:v>975.996975</c:v>
                </c:pt>
                <c:pt idx="81">
                  <c:v>2111.854744</c:v>
                </c:pt>
                <c:pt idx="82">
                  <c:v>876.944603</c:v>
                </c:pt>
                <c:pt idx="83">
                  <c:v>1523.313234</c:v>
                </c:pt>
                <c:pt idx="84">
                  <c:v>3301.463111</c:v>
                </c:pt>
                <c:pt idx="85">
                  <c:v>1776.108231</c:v>
                </c:pt>
                <c:pt idx="86">
                  <c:v>947.980305</c:v>
                </c:pt>
                <c:pt idx="87">
                  <c:v>1788.208357</c:v>
                </c:pt>
                <c:pt idx="88">
                  <c:v>2687.526089</c:v>
                </c:pt>
                <c:pt idx="89">
                  <c:v>3185.645281</c:v>
                </c:pt>
                <c:pt idx="90">
                  <c:v>2835.356365</c:v>
                </c:pt>
                <c:pt idx="91">
                  <c:v>878.246216</c:v>
                </c:pt>
                <c:pt idx="92">
                  <c:v>2018.291477</c:v>
                </c:pt>
                <c:pt idx="93">
                  <c:v>4247.809773</c:v>
                </c:pt>
                <c:pt idx="94">
                  <c:v>1735.38746</c:v>
                </c:pt>
                <c:pt idx="95">
                  <c:v>4267.502116</c:v>
                </c:pt>
                <c:pt idx="96">
                  <c:v>2911.321345</c:v>
                </c:pt>
                <c:pt idx="97">
                  <c:v>1608.714272</c:v>
                </c:pt>
                <c:pt idx="98">
                  <c:v>3012.083264</c:v>
                </c:pt>
                <c:pt idx="99">
                  <c:v>1973.974147</c:v>
                </c:pt>
                <c:pt idx="100">
                  <c:v>1800.290277</c:v>
                </c:pt>
                <c:pt idx="101">
                  <c:v>1991.345603</c:v>
                </c:pt>
                <c:pt idx="102">
                  <c:v>2817.087775</c:v>
                </c:pt>
                <c:pt idx="103">
                  <c:v>3438.475227</c:v>
                </c:pt>
                <c:pt idx="104">
                  <c:v>3659.710285</c:v>
                </c:pt>
                <c:pt idx="105">
                  <c:v>5990.868666</c:v>
                </c:pt>
                <c:pt idx="106">
                  <c:v>2824.236442</c:v>
                </c:pt>
                <c:pt idx="107">
                  <c:v>5350.374612</c:v>
                </c:pt>
                <c:pt idx="108">
                  <c:v>4272.880764</c:v>
                </c:pt>
                <c:pt idx="109">
                  <c:v>2315.475173</c:v>
                </c:pt>
                <c:pt idx="110">
                  <c:v>4617.655772</c:v>
                </c:pt>
                <c:pt idx="111">
                  <c:v>4705.895659</c:v>
                </c:pt>
                <c:pt idx="112">
                  <c:v>3188.94795</c:v>
                </c:pt>
                <c:pt idx="113">
                  <c:v>2206.266718</c:v>
                </c:pt>
                <c:pt idx="114">
                  <c:v>4990.520363</c:v>
                </c:pt>
                <c:pt idx="115">
                  <c:v>2362.00759</c:v>
                </c:pt>
                <c:pt idx="116">
                  <c:v>2614.008207</c:v>
                </c:pt>
                <c:pt idx="117">
                  <c:v>3671.263295</c:v>
                </c:pt>
                <c:pt idx="118">
                  <c:v>4581.279728</c:v>
                </c:pt>
                <c:pt idx="119">
                  <c:v>2254.548452</c:v>
                </c:pt>
                <c:pt idx="120">
                  <c:v>4469.937836</c:v>
                </c:pt>
                <c:pt idx="121">
                  <c:v>3760.664502</c:v>
                </c:pt>
                <c:pt idx="122">
                  <c:v>3835.877792</c:v>
                </c:pt>
                <c:pt idx="123">
                  <c:v>3912.595348</c:v>
                </c:pt>
                <c:pt idx="124">
                  <c:v>3990.847255</c:v>
                </c:pt>
                <c:pt idx="125">
                  <c:v>4070.6642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Crohn's (CD)</c:v>
                </c:pt>
              </c:strCache>
            </c:strRef>
          </c:tx>
          <c:spPr>
            <a:ln w="28575">
              <a:solidFill>
                <a:srgbClr val="E40D62"/>
              </a:solidFill>
            </a:ln>
          </c:spPr>
          <c:marker>
            <c:symbol val="none"/>
          </c:marker>
          <c:cat>
            <c:strRef>
              <c:f>Sheet1!$A$2:$A$127</c:f>
              <c:strCache>
                <c:ptCount val="126"/>
                <c:pt idx="0">
                  <c:v>05-03</c:v>
                </c:pt>
                <c:pt idx="1">
                  <c:v>05-10</c:v>
                </c:pt>
                <c:pt idx="2">
                  <c:v>05-17</c:v>
                </c:pt>
                <c:pt idx="3">
                  <c:v>05-24</c:v>
                </c:pt>
                <c:pt idx="4">
                  <c:v>05-31</c:v>
                </c:pt>
                <c:pt idx="5">
                  <c:v>06-07</c:v>
                </c:pt>
                <c:pt idx="6">
                  <c:v>06-14</c:v>
                </c:pt>
                <c:pt idx="7">
                  <c:v>06-21</c:v>
                </c:pt>
                <c:pt idx="8">
                  <c:v>06-28</c:v>
                </c:pt>
                <c:pt idx="9">
                  <c:v>07-05</c:v>
                </c:pt>
                <c:pt idx="10">
                  <c:v>07-12</c:v>
                </c:pt>
                <c:pt idx="11">
                  <c:v>07-19</c:v>
                </c:pt>
                <c:pt idx="12">
                  <c:v>07-26</c:v>
                </c:pt>
                <c:pt idx="13">
                  <c:v>08-02</c:v>
                </c:pt>
                <c:pt idx="14">
                  <c:v>08-09</c:v>
                </c:pt>
                <c:pt idx="15">
                  <c:v>08-16</c:v>
                </c:pt>
                <c:pt idx="16">
                  <c:v>08-23</c:v>
                </c:pt>
                <c:pt idx="17">
                  <c:v>08-30</c:v>
                </c:pt>
                <c:pt idx="18">
                  <c:v>09-06</c:v>
                </c:pt>
                <c:pt idx="19">
                  <c:v>09-13</c:v>
                </c:pt>
                <c:pt idx="20">
                  <c:v>09-20</c:v>
                </c:pt>
                <c:pt idx="21">
                  <c:v>09-27</c:v>
                </c:pt>
                <c:pt idx="22">
                  <c:v>10-04</c:v>
                </c:pt>
                <c:pt idx="23">
                  <c:v>10-11</c:v>
                </c:pt>
                <c:pt idx="24">
                  <c:v>10-18</c:v>
                </c:pt>
                <c:pt idx="25">
                  <c:v>10-25</c:v>
                </c:pt>
                <c:pt idx="26">
                  <c:v>11-01</c:v>
                </c:pt>
                <c:pt idx="27">
                  <c:v>11-08</c:v>
                </c:pt>
                <c:pt idx="28">
                  <c:v>11-15</c:v>
                </c:pt>
                <c:pt idx="29">
                  <c:v>11-22</c:v>
                </c:pt>
                <c:pt idx="30">
                  <c:v>11-29</c:v>
                </c:pt>
                <c:pt idx="31">
                  <c:v>12-06</c:v>
                </c:pt>
                <c:pt idx="32">
                  <c:v>12-13</c:v>
                </c:pt>
                <c:pt idx="33">
                  <c:v>12-20</c:v>
                </c:pt>
                <c:pt idx="34">
                  <c:v>12-27</c:v>
                </c:pt>
                <c:pt idx="35">
                  <c:v>01-03</c:v>
                </c:pt>
                <c:pt idx="36">
                  <c:v>01-10</c:v>
                </c:pt>
                <c:pt idx="37">
                  <c:v>01-17</c:v>
                </c:pt>
                <c:pt idx="38">
                  <c:v>01-24</c:v>
                </c:pt>
                <c:pt idx="39">
                  <c:v>01-31</c:v>
                </c:pt>
                <c:pt idx="40">
                  <c:v>02-07</c:v>
                </c:pt>
                <c:pt idx="41">
                  <c:v>02-14</c:v>
                </c:pt>
                <c:pt idx="42">
                  <c:v>02-21</c:v>
                </c:pt>
                <c:pt idx="43">
                  <c:v>02-28</c:v>
                </c:pt>
                <c:pt idx="44">
                  <c:v>03-07</c:v>
                </c:pt>
                <c:pt idx="45">
                  <c:v>03-14</c:v>
                </c:pt>
                <c:pt idx="46">
                  <c:v>03-21</c:v>
                </c:pt>
                <c:pt idx="47">
                  <c:v>03-28</c:v>
                </c:pt>
                <c:pt idx="48">
                  <c:v>04-04</c:v>
                </c:pt>
                <c:pt idx="49">
                  <c:v>04-11</c:v>
                </c:pt>
                <c:pt idx="50">
                  <c:v>04-18</c:v>
                </c:pt>
                <c:pt idx="51">
                  <c:v>04-25</c:v>
                </c:pt>
                <c:pt idx="52">
                  <c:v>05-02</c:v>
                </c:pt>
                <c:pt idx="53">
                  <c:v>05-09</c:v>
                </c:pt>
                <c:pt idx="54">
                  <c:v>05-16</c:v>
                </c:pt>
                <c:pt idx="55">
                  <c:v>05-23</c:v>
                </c:pt>
                <c:pt idx="56">
                  <c:v>05-30</c:v>
                </c:pt>
                <c:pt idx="57">
                  <c:v>06-06</c:v>
                </c:pt>
                <c:pt idx="58">
                  <c:v>06-13</c:v>
                </c:pt>
                <c:pt idx="59">
                  <c:v>06-20</c:v>
                </c:pt>
                <c:pt idx="60">
                  <c:v>06-27</c:v>
                </c:pt>
                <c:pt idx="61">
                  <c:v>07-04</c:v>
                </c:pt>
                <c:pt idx="62">
                  <c:v>07-11</c:v>
                </c:pt>
                <c:pt idx="63">
                  <c:v>07-18</c:v>
                </c:pt>
                <c:pt idx="64">
                  <c:v>07-25</c:v>
                </c:pt>
                <c:pt idx="65">
                  <c:v>08-01</c:v>
                </c:pt>
                <c:pt idx="66">
                  <c:v>08-08</c:v>
                </c:pt>
                <c:pt idx="67">
                  <c:v>08-15</c:v>
                </c:pt>
                <c:pt idx="68">
                  <c:v>08-22</c:v>
                </c:pt>
                <c:pt idx="69">
                  <c:v>08-29</c:v>
                </c:pt>
                <c:pt idx="70">
                  <c:v>09-05</c:v>
                </c:pt>
                <c:pt idx="71">
                  <c:v>09-12</c:v>
                </c:pt>
                <c:pt idx="72">
                  <c:v>09-19</c:v>
                </c:pt>
                <c:pt idx="73">
                  <c:v>09-26</c:v>
                </c:pt>
                <c:pt idx="74">
                  <c:v>10-03</c:v>
                </c:pt>
                <c:pt idx="75">
                  <c:v>10-10</c:v>
                </c:pt>
                <c:pt idx="76">
                  <c:v>10-17</c:v>
                </c:pt>
                <c:pt idx="77">
                  <c:v>10-24</c:v>
                </c:pt>
                <c:pt idx="78">
                  <c:v>10-31</c:v>
                </c:pt>
                <c:pt idx="79">
                  <c:v>11-07</c:v>
                </c:pt>
                <c:pt idx="80">
                  <c:v>11-14</c:v>
                </c:pt>
                <c:pt idx="81">
                  <c:v>11-21</c:v>
                </c:pt>
                <c:pt idx="82">
                  <c:v>11-28</c:v>
                </c:pt>
                <c:pt idx="83">
                  <c:v>12-05</c:v>
                </c:pt>
                <c:pt idx="84">
                  <c:v>12-12</c:v>
                </c:pt>
                <c:pt idx="85">
                  <c:v>12-19</c:v>
                </c:pt>
                <c:pt idx="86">
                  <c:v>12-26</c:v>
                </c:pt>
                <c:pt idx="87">
                  <c:v>01-02</c:v>
                </c:pt>
                <c:pt idx="88">
                  <c:v>01-09</c:v>
                </c:pt>
                <c:pt idx="89">
                  <c:v>01-16</c:v>
                </c:pt>
                <c:pt idx="90">
                  <c:v>01-23</c:v>
                </c:pt>
                <c:pt idx="91">
                  <c:v>01-30</c:v>
                </c:pt>
                <c:pt idx="92">
                  <c:v>02-06</c:v>
                </c:pt>
                <c:pt idx="93">
                  <c:v>02-13</c:v>
                </c:pt>
                <c:pt idx="94">
                  <c:v>02-20</c:v>
                </c:pt>
                <c:pt idx="95">
                  <c:v>02-27</c:v>
                </c:pt>
                <c:pt idx="96">
                  <c:v>03-06</c:v>
                </c:pt>
                <c:pt idx="97">
                  <c:v>03-13</c:v>
                </c:pt>
                <c:pt idx="98">
                  <c:v>03-20</c:v>
                </c:pt>
                <c:pt idx="99">
                  <c:v>03-27</c:v>
                </c:pt>
                <c:pt idx="100">
                  <c:v>04-03</c:v>
                </c:pt>
                <c:pt idx="101">
                  <c:v>04-10</c:v>
                </c:pt>
                <c:pt idx="102">
                  <c:v>04-17</c:v>
                </c:pt>
                <c:pt idx="103">
                  <c:v>04-24</c:v>
                </c:pt>
                <c:pt idx="104">
                  <c:v>05-01</c:v>
                </c:pt>
                <c:pt idx="105">
                  <c:v>05-08</c:v>
                </c:pt>
                <c:pt idx="106">
                  <c:v>05-15</c:v>
                </c:pt>
                <c:pt idx="107">
                  <c:v>05-22</c:v>
                </c:pt>
                <c:pt idx="108">
                  <c:v>05-29</c:v>
                </c:pt>
                <c:pt idx="109">
                  <c:v>06-05</c:v>
                </c:pt>
                <c:pt idx="110">
                  <c:v>06-12</c:v>
                </c:pt>
                <c:pt idx="111">
                  <c:v>06-19</c:v>
                </c:pt>
                <c:pt idx="112">
                  <c:v>06-26</c:v>
                </c:pt>
                <c:pt idx="113">
                  <c:v>07-03</c:v>
                </c:pt>
                <c:pt idx="114">
                  <c:v>07-10</c:v>
                </c:pt>
                <c:pt idx="115">
                  <c:v>07-17</c:v>
                </c:pt>
                <c:pt idx="116">
                  <c:v>07-24</c:v>
                </c:pt>
                <c:pt idx="117">
                  <c:v>07-31</c:v>
                </c:pt>
                <c:pt idx="118">
                  <c:v>08-07</c:v>
                </c:pt>
                <c:pt idx="119">
                  <c:v>08-14</c:v>
                </c:pt>
                <c:pt idx="120">
                  <c:v>08-21</c:v>
                </c:pt>
                <c:pt idx="121">
                  <c:v>08-28</c:v>
                </c:pt>
                <c:pt idx="122">
                  <c:v>09-04</c:v>
                </c:pt>
                <c:pt idx="123">
                  <c:v>09-11</c:v>
                </c:pt>
                <c:pt idx="124">
                  <c:v>09-18</c:v>
                </c:pt>
                <c:pt idx="125">
                  <c:v>09-25</c:v>
                </c:pt>
              </c:strCache>
            </c:strRef>
          </c:cat>
          <c:val>
            <c:numRef>
              <c:f>Sheet1!$C$2:$C$127</c:f>
              <c:numCache>
                <c:formatCode>General</c:formatCode>
                <c:ptCount val="126"/>
                <c:pt idx="0">
                  <c:v>5.818709</c:v>
                </c:pt>
                <c:pt idx="1">
                  <c:v>3.261568</c:v>
                </c:pt>
                <c:pt idx="2">
                  <c:v>7.369606</c:v>
                </c:pt>
                <c:pt idx="3">
                  <c:v>3.046234</c:v>
                </c:pt>
                <c:pt idx="4">
                  <c:v>5.400233</c:v>
                </c:pt>
                <c:pt idx="5">
                  <c:v>4.164391</c:v>
                </c:pt>
                <c:pt idx="6">
                  <c:v>4.779678</c:v>
                </c:pt>
                <c:pt idx="7">
                  <c:v>5.219966</c:v>
                </c:pt>
                <c:pt idx="8">
                  <c:v>3.129535</c:v>
                </c:pt>
                <c:pt idx="9">
                  <c:v>6.804459</c:v>
                </c:pt>
                <c:pt idx="10">
                  <c:v>6.663102</c:v>
                </c:pt>
                <c:pt idx="11">
                  <c:v>7.614815</c:v>
                </c:pt>
                <c:pt idx="12">
                  <c:v>3.98908</c:v>
                </c:pt>
                <c:pt idx="13">
                  <c:v>3.674594</c:v>
                </c:pt>
                <c:pt idx="14">
                  <c:v>5.151151</c:v>
                </c:pt>
                <c:pt idx="15">
                  <c:v>3.122028</c:v>
                </c:pt>
                <c:pt idx="16">
                  <c:v>2.812284</c:v>
                </c:pt>
                <c:pt idx="17">
                  <c:v>7.355921</c:v>
                </c:pt>
                <c:pt idx="18">
                  <c:v>4.709681</c:v>
                </c:pt>
                <c:pt idx="19">
                  <c:v>7.775464</c:v>
                </c:pt>
                <c:pt idx="20">
                  <c:v>2.974182</c:v>
                </c:pt>
                <c:pt idx="21">
                  <c:v>3.906825</c:v>
                </c:pt>
                <c:pt idx="22">
                  <c:v>3.48744</c:v>
                </c:pt>
                <c:pt idx="23">
                  <c:v>6.259975</c:v>
                </c:pt>
                <c:pt idx="24">
                  <c:v>7.286882</c:v>
                </c:pt>
                <c:pt idx="25">
                  <c:v>3.058968</c:v>
                </c:pt>
                <c:pt idx="26">
                  <c:v>5.382489</c:v>
                </c:pt>
                <c:pt idx="27">
                  <c:v>3.800708</c:v>
                </c:pt>
                <c:pt idx="28">
                  <c:v>4.877718</c:v>
                </c:pt>
                <c:pt idx="29">
                  <c:v>3.943122</c:v>
                </c:pt>
                <c:pt idx="30">
                  <c:v>3.413976</c:v>
                </c:pt>
                <c:pt idx="31">
                  <c:v>3.907791</c:v>
                </c:pt>
                <c:pt idx="32">
                  <c:v>8.935267</c:v>
                </c:pt>
                <c:pt idx="33">
                  <c:v>3.100065</c:v>
                </c:pt>
                <c:pt idx="34">
                  <c:v>5.117773</c:v>
                </c:pt>
                <c:pt idx="35">
                  <c:v>3.227086</c:v>
                </c:pt>
                <c:pt idx="36">
                  <c:v>6.856393</c:v>
                </c:pt>
                <c:pt idx="37">
                  <c:v>6.493725</c:v>
                </c:pt>
                <c:pt idx="38">
                  <c:v>4.124272</c:v>
                </c:pt>
                <c:pt idx="39">
                  <c:v>9.749262</c:v>
                </c:pt>
                <c:pt idx="40">
                  <c:v>9.233563</c:v>
                </c:pt>
                <c:pt idx="41">
                  <c:v>12.608753</c:v>
                </c:pt>
                <c:pt idx="42">
                  <c:v>9.911286</c:v>
                </c:pt>
                <c:pt idx="43">
                  <c:v>13.579098</c:v>
                </c:pt>
                <c:pt idx="44">
                  <c:v>7.545238</c:v>
                </c:pt>
                <c:pt idx="45">
                  <c:v>9.614967</c:v>
                </c:pt>
                <c:pt idx="46">
                  <c:v>15.714008</c:v>
                </c:pt>
                <c:pt idx="47">
                  <c:v>11.426095</c:v>
                </c:pt>
                <c:pt idx="48">
                  <c:v>10.634353</c:v>
                </c:pt>
                <c:pt idx="49">
                  <c:v>25.88301</c:v>
                </c:pt>
                <c:pt idx="50">
                  <c:v>31.339048</c:v>
                </c:pt>
                <c:pt idx="51">
                  <c:v>22.764539</c:v>
                </c:pt>
                <c:pt idx="52">
                  <c:v>70.101158</c:v>
                </c:pt>
                <c:pt idx="53">
                  <c:v>78.120007</c:v>
                </c:pt>
                <c:pt idx="54">
                  <c:v>87.062292</c:v>
                </c:pt>
                <c:pt idx="55">
                  <c:v>82.018361</c:v>
                </c:pt>
                <c:pt idx="56">
                  <c:v>48.149135</c:v>
                </c:pt>
                <c:pt idx="57">
                  <c:v>413.729391</c:v>
                </c:pt>
                <c:pt idx="58">
                  <c:v>570.963317</c:v>
                </c:pt>
                <c:pt idx="59">
                  <c:v>450.51813</c:v>
                </c:pt>
                <c:pt idx="60">
                  <c:v>574.572142</c:v>
                </c:pt>
                <c:pt idx="61">
                  <c:v>384.6014</c:v>
                </c:pt>
                <c:pt idx="62">
                  <c:v>629.435761</c:v>
                </c:pt>
                <c:pt idx="63">
                  <c:v>521.315512</c:v>
                </c:pt>
                <c:pt idx="64">
                  <c:v>530.874962</c:v>
                </c:pt>
                <c:pt idx="65">
                  <c:v>672.435408</c:v>
                </c:pt>
                <c:pt idx="66">
                  <c:v>568.768599</c:v>
                </c:pt>
                <c:pt idx="67">
                  <c:v>752.417808</c:v>
                </c:pt>
                <c:pt idx="68">
                  <c:v>657.617382</c:v>
                </c:pt>
                <c:pt idx="69">
                  <c:v>636.135238</c:v>
                </c:pt>
                <c:pt idx="70">
                  <c:v>709.338504</c:v>
                </c:pt>
                <c:pt idx="71">
                  <c:v>1091.539683</c:v>
                </c:pt>
                <c:pt idx="72">
                  <c:v>859.750301</c:v>
                </c:pt>
                <c:pt idx="73">
                  <c:v>1866.577426</c:v>
                </c:pt>
                <c:pt idx="74">
                  <c:v>1542.673731</c:v>
                </c:pt>
                <c:pt idx="75">
                  <c:v>610.853871</c:v>
                </c:pt>
                <c:pt idx="76">
                  <c:v>754.177193</c:v>
                </c:pt>
                <c:pt idx="77">
                  <c:v>1076.184691</c:v>
                </c:pt>
                <c:pt idx="78">
                  <c:v>1844.185961</c:v>
                </c:pt>
                <c:pt idx="79">
                  <c:v>2056.587609</c:v>
                </c:pt>
                <c:pt idx="80">
                  <c:v>704.569657</c:v>
                </c:pt>
                <c:pt idx="81">
                  <c:v>1524.542402</c:v>
                </c:pt>
                <c:pt idx="82">
                  <c:v>633.06401</c:v>
                </c:pt>
                <c:pt idx="83">
                  <c:v>1425.412497</c:v>
                </c:pt>
                <c:pt idx="84">
                  <c:v>3089.283722</c:v>
                </c:pt>
                <c:pt idx="85">
                  <c:v>1661.960792</c:v>
                </c:pt>
                <c:pt idx="86">
                  <c:v>887.055232</c:v>
                </c:pt>
                <c:pt idx="87">
                  <c:v>1957.397297</c:v>
                </c:pt>
                <c:pt idx="88">
                  <c:v>2941.802773</c:v>
                </c:pt>
                <c:pt idx="89">
                  <c:v>3487.050846</c:v>
                </c:pt>
                <c:pt idx="90">
                  <c:v>3103.619813</c:v>
                </c:pt>
                <c:pt idx="91">
                  <c:v>961.340306</c:v>
                </c:pt>
                <c:pt idx="92">
                  <c:v>1760.566775</c:v>
                </c:pt>
                <c:pt idx="93">
                  <c:v>3705.387869</c:v>
                </c:pt>
                <c:pt idx="94">
                  <c:v>1513.788042</c:v>
                </c:pt>
                <c:pt idx="95">
                  <c:v>3722.565608</c:v>
                </c:pt>
                <c:pt idx="96">
                  <c:v>3795.285526</c:v>
                </c:pt>
                <c:pt idx="97">
                  <c:v>2097.16801</c:v>
                </c:pt>
                <c:pt idx="98">
                  <c:v>3926.641776</c:v>
                </c:pt>
                <c:pt idx="99">
                  <c:v>2573.331701</c:v>
                </c:pt>
                <c:pt idx="100">
                  <c:v>2775.486507</c:v>
                </c:pt>
                <c:pt idx="101">
                  <c:v>3070.034273</c:v>
                </c:pt>
                <c:pt idx="102">
                  <c:v>4343.071342</c:v>
                </c:pt>
                <c:pt idx="103">
                  <c:v>5301.057124</c:v>
                </c:pt>
                <c:pt idx="104">
                  <c:v>3252.865812</c:v>
                </c:pt>
                <c:pt idx="105">
                  <c:v>5324.872832</c:v>
                </c:pt>
                <c:pt idx="106">
                  <c:v>2510.270337</c:v>
                </c:pt>
                <c:pt idx="107">
                  <c:v>4755.581536</c:v>
                </c:pt>
                <c:pt idx="108">
                  <c:v>3797.871054</c:v>
                </c:pt>
                <c:pt idx="109">
                  <c:v>3268.107341</c:v>
                </c:pt>
                <c:pt idx="110">
                  <c:v>6517.450458</c:v>
                </c:pt>
                <c:pt idx="111">
                  <c:v>6641.993976</c:v>
                </c:pt>
                <c:pt idx="112">
                  <c:v>4500.944051</c:v>
                </c:pt>
                <c:pt idx="113">
                  <c:v>3018.727905</c:v>
                </c:pt>
                <c:pt idx="114">
                  <c:v>6828.287331</c:v>
                </c:pt>
                <c:pt idx="115">
                  <c:v>3231.820597</c:v>
                </c:pt>
                <c:pt idx="116">
                  <c:v>3576.620837</c:v>
                </c:pt>
                <c:pt idx="117">
                  <c:v>5023.211774</c:v>
                </c:pt>
                <c:pt idx="118">
                  <c:v>5442.381277</c:v>
                </c:pt>
                <c:pt idx="119">
                  <c:v>2678.315451</c:v>
                </c:pt>
                <c:pt idx="120">
                  <c:v>5310.111461</c:v>
                </c:pt>
                <c:pt idx="121">
                  <c:v>4467.522459</c:v>
                </c:pt>
                <c:pt idx="122">
                  <c:v>4556.872908</c:v>
                </c:pt>
                <c:pt idx="123">
                  <c:v>4648.010366</c:v>
                </c:pt>
                <c:pt idx="124">
                  <c:v>4740.970573</c:v>
                </c:pt>
                <c:pt idx="125">
                  <c:v>4835.789985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4"/>
        <c:tickMarkSkip val="14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D9DEE8"/>
            </a:solidFill>
          </a:ln>
        </c:spPr>
        <c:txPr>
          <a:bodyPr/>
          <a:lstStyle/>
          <a:p>
            <a:pPr>
              <a:defRPr sz="900">
                <a:solidFill>
                  <a:srgbClr val="50535A"/>
                </a:solidFill>
                <a:latin typeface="Roboto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Robo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71D49"/>
                </a:solidFill>
                <a:latin typeface="Montserrat Medium"/>
              </a:rPr>
              <a:t>TREMFYA IBD  ·  WEEKLY TRX BY INDICATION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108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E40D62"/>
                </a:solidFill>
                <a:latin typeface="Montserrat Medium"/>
              </a:rPr>
              <a:t>01 OF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603504"/>
            <a:ext cx="11384280" cy="16459"/>
          </a:xfrm>
          <a:prstGeom prst="rect">
            <a:avLst/>
          </a:prstGeom>
          <a:solidFill>
            <a:srgbClr val="D9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71D49"/>
                </a:solidFill>
                <a:latin typeface="Montserrat Medium"/>
              </a:rPr>
              <a:t>Crohn's and Ulcerative Colitis Are Locked in a Tight Race for Tremfya's IBD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1591056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50535A"/>
                </a:solidFill>
                <a:latin typeface="Roboto"/>
              </a:rPr>
              <a:t>Tremfya's weekly IBD volume reached ~8,906 TRx by 09-25. The UC/CD lead has churned week to week across the series, with Crohn's edging ahead in the latest reads.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30428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0535A"/>
                </a:solidFill>
                <a:latin typeface="Montserrat Medium"/>
              </a:rPr>
              <a:t>WEEKLY TRX — UC VS CD (FULL SERIES)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365760" y="2606040"/>
          <a:ext cx="68580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260604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5877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CD edges 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91693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CD ~4,836 vs UC ~4,071 TRx in the latest week (09-25).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79476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7647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No durable leader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10565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Neither indication holds the lead for long — weekly volatility swings the UC/CD mix throughout the series.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77724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E40D62"/>
                </a:solidFill>
                <a:latin typeface="Montserrat Medium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96519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71D49"/>
                </a:solidFill>
                <a:latin typeface="Montserrat Medium"/>
              </a:rPr>
              <a:t>Near-balanced split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294376"/>
            <a:ext cx="3703320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>
                <a:solidFill>
                  <a:srgbClr val="50535A"/>
                </a:solidFill>
                <a:latin typeface="Roboto"/>
              </a:rPr>
              <a:t>Latest mix: UC 46% / CD 54% of ~8,906 weekly TRx.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943600"/>
            <a:ext cx="11384280" cy="420624"/>
          </a:xfrm>
          <a:prstGeom prst="rect">
            <a:avLst/>
          </a:prstGeom>
          <a:solidFill>
            <a:srgbClr val="FB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943600"/>
            <a:ext cx="54864" cy="420624"/>
          </a:xfrm>
          <a:prstGeom prst="rect">
            <a:avLst/>
          </a:prstGeom>
          <a:solidFill>
            <a:srgbClr val="E40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1064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40D62"/>
                </a:solidFill>
                <a:latin typeface="Roboto"/>
              </a:rPr>
              <a:t>TL;DR   </a:t>
            </a:r>
            <a:r>
              <a:rPr sz="1150" b="0" i="0">
                <a:solidFill>
                  <a:srgbClr val="071D49"/>
                </a:solidFill>
                <a:latin typeface="Roboto"/>
              </a:rPr>
              <a:t>Tremfya's IBD mix is near-balanced — CD ~54% vs UC ~46% — with the weekly lead alternating rather than settled.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373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40D62"/>
                </a:solidFill>
                <a:latin typeface="Montserrat Medium"/>
              </a:rPr>
              <a:t>▶ </a:t>
            </a:r>
            <a:r>
              <a:rPr sz="1100" b="1" i="0">
                <a:solidFill>
                  <a:srgbClr val="071D49"/>
                </a:solidFill>
                <a:latin typeface="Montserrat Medium"/>
              </a:rPr>
              <a:t>DataZymes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373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071D49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
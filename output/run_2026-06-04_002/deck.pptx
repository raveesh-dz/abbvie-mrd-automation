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UC</c:v>
                </c:pt>
              </c:strCache>
            </c:strRef>
          </c:tx>
          <c:spPr>
            <a:solidFill>
              <a:srgbClr val="07B2AC"/>
            </a:solidFill>
            <a:ln w="22225" cap="flat">
              <a:solidFill>
                <a:srgbClr val="07B2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7B2AC"/>
              </a:solidFill>
              <a:ln w="9525" cap="flat">
                <a:solidFill>
                  <a:srgbClr val="07B2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Sheet1!$A$2:$A$107</c:f>
              <c:multiLvlStrCache>
                <c:ptCount val="106"/>
                <c:lvl>
                  <c:pt idx="0">
                    <c:v>05-03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06-07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07-12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08-16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09-20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10-25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11-29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01-03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02-07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>03-14</c:v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04-18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>05-23</c:v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06-27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>08-01</c:v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>09-05</c:v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10-10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11-14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>12-19</c:v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>01-23</c:v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>02-27</c:v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04-03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>05-08</c:v>
                  </c:pt>
                </c:lvl>
              </c:multiLvlStrCache>
            </c:multiLvlStrRef>
          </c:cat>
          <c:val>
            <c:numRef>
              <c:f>Sheet1!$B$2:$B$107</c:f>
              <c:numCache>
                <c:formatCode>General</c:formatCode>
                <c:ptCount val="106"/>
                <c:pt idx="0">
                  <c:v>2.612332</c:v>
                </c:pt>
                <c:pt idx="1">
                  <c:v>2.702344</c:v>
                </c:pt>
                <c:pt idx="2">
                  <c:v>2.78221</c:v>
                </c:pt>
                <c:pt idx="3">
                  <c:v>2.782865</c:v>
                </c:pt>
                <c:pt idx="4">
                  <c:v>2.15619</c:v>
                </c:pt>
                <c:pt idx="5">
                  <c:v>2.746877</c:v>
                </c:pt>
                <c:pt idx="6">
                  <c:v>2.713723</c:v>
                </c:pt>
                <c:pt idx="7">
                  <c:v>2.529534</c:v>
                </c:pt>
                <c:pt idx="8">
                  <c:v>2.609349</c:v>
                </c:pt>
                <c:pt idx="9">
                  <c:v>1.809377</c:v>
                </c:pt>
                <c:pt idx="10">
                  <c:v>3.008849</c:v>
                </c:pt>
                <c:pt idx="11">
                  <c:v>2.698503</c:v>
                </c:pt>
                <c:pt idx="12">
                  <c:v>2.653199</c:v>
                </c:pt>
                <c:pt idx="13">
                  <c:v>2.616264</c:v>
                </c:pt>
                <c:pt idx="14">
                  <c:v>2.468523</c:v>
                </c:pt>
                <c:pt idx="15">
                  <c:v>2.538201</c:v>
                </c:pt>
                <c:pt idx="16">
                  <c:v>2.450886</c:v>
                </c:pt>
                <c:pt idx="17">
                  <c:v>2.649313</c:v>
                </c:pt>
                <c:pt idx="18">
                  <c:v>2.414876</c:v>
                </c:pt>
                <c:pt idx="19">
                  <c:v>2.900123</c:v>
                </c:pt>
                <c:pt idx="20">
                  <c:v>2.866679</c:v>
                </c:pt>
                <c:pt idx="21">
                  <c:v>2.819985</c:v>
                </c:pt>
                <c:pt idx="22">
                  <c:v>3.126088</c:v>
                </c:pt>
                <c:pt idx="23">
                  <c:v>2.848107</c:v>
                </c:pt>
                <c:pt idx="24">
                  <c:v>3.1381</c:v>
                </c:pt>
                <c:pt idx="25">
                  <c:v>2.93562</c:v>
                </c:pt>
                <c:pt idx="26">
                  <c:v>4.741307</c:v>
                </c:pt>
                <c:pt idx="27">
                  <c:v>4.812503</c:v>
                </c:pt>
                <c:pt idx="28">
                  <c:v>6.445226</c:v>
                </c:pt>
                <c:pt idx="29">
                  <c:v>6.443161</c:v>
                </c:pt>
                <c:pt idx="30">
                  <c:v>3.850622</c:v>
                </c:pt>
                <c:pt idx="31">
                  <c:v>8.508722</c:v>
                </c:pt>
                <c:pt idx="32">
                  <c:v>15.687294</c:v>
                </c:pt>
                <c:pt idx="33">
                  <c:v>8.934157</c:v>
                </c:pt>
                <c:pt idx="34">
                  <c:v>13.131984</c:v>
                </c:pt>
                <c:pt idx="35">
                  <c:v>20.110836</c:v>
                </c:pt>
                <c:pt idx="36">
                  <c:v>26.894615</c:v>
                </c:pt>
                <c:pt idx="37">
                  <c:v>30.380545</c:v>
                </c:pt>
                <c:pt idx="38">
                  <c:v>31.611349</c:v>
                </c:pt>
                <c:pt idx="39">
                  <c:v>55.597549</c:v>
                </c:pt>
                <c:pt idx="40">
                  <c:v>60.02064</c:v>
                </c:pt>
                <c:pt idx="41">
                  <c:v>63.630046</c:v>
                </c:pt>
                <c:pt idx="42">
                  <c:v>85.133014</c:v>
                </c:pt>
                <c:pt idx="43">
                  <c:v>93.289426</c:v>
                </c:pt>
                <c:pt idx="44">
                  <c:v>141.681555</c:v>
                </c:pt>
                <c:pt idx="45">
                  <c:v>136.408007</c:v>
                </c:pt>
                <c:pt idx="46">
                  <c:v>148.381465</c:v>
                </c:pt>
                <c:pt idx="47">
                  <c:v>159.800669</c:v>
                </c:pt>
                <c:pt idx="48">
                  <c:v>153.521199</c:v>
                </c:pt>
                <c:pt idx="49">
                  <c:v>221.599095</c:v>
                </c:pt>
                <c:pt idx="50">
                  <c:v>211.750973</c:v>
                </c:pt>
                <c:pt idx="51">
                  <c:v>293.869958</c:v>
                </c:pt>
                <c:pt idx="52">
                  <c:v>271.593679</c:v>
                </c:pt>
                <c:pt idx="53">
                  <c:v>328.537725</c:v>
                </c:pt>
                <c:pt idx="54">
                  <c:v>370.178806</c:v>
                </c:pt>
                <c:pt idx="55">
                  <c:v>471.394713</c:v>
                </c:pt>
                <c:pt idx="56">
                  <c:v>384.06305</c:v>
                </c:pt>
                <c:pt idx="57">
                  <c:v>493.561404</c:v>
                </c:pt>
                <c:pt idx="58">
                  <c:v>534.701958</c:v>
                </c:pt>
                <c:pt idx="59">
                  <c:v>605.6644</c:v>
                </c:pt>
                <c:pt idx="60">
                  <c:v>720.101527</c:v>
                </c:pt>
                <c:pt idx="61">
                  <c:v>429.139693</c:v>
                </c:pt>
                <c:pt idx="62">
                  <c:v>730.309522</c:v>
                </c:pt>
                <c:pt idx="63">
                  <c:v>706.457976</c:v>
                </c:pt>
                <c:pt idx="64">
                  <c:v>769.758564</c:v>
                </c:pt>
                <c:pt idx="65">
                  <c:v>752.326198</c:v>
                </c:pt>
                <c:pt idx="66">
                  <c:v>844.072529</c:v>
                </c:pt>
                <c:pt idx="67">
                  <c:v>911.742977</c:v>
                </c:pt>
                <c:pt idx="68">
                  <c:v>989.051921</c:v>
                </c:pt>
                <c:pt idx="69">
                  <c:v>1046.923918</c:v>
                </c:pt>
                <c:pt idx="70">
                  <c:v>865.785956</c:v>
                </c:pt>
                <c:pt idx="71">
                  <c:v>1107.241494</c:v>
                </c:pt>
                <c:pt idx="72">
                  <c:v>1177.814627</c:v>
                </c:pt>
                <c:pt idx="73">
                  <c:v>1149.275189</c:v>
                </c:pt>
                <c:pt idx="74">
                  <c:v>1188.668498</c:v>
                </c:pt>
                <c:pt idx="75">
                  <c:v>1196.056556</c:v>
                </c:pt>
                <c:pt idx="76">
                  <c:v>1332.136658</c:v>
                </c:pt>
                <c:pt idx="77">
                  <c:v>1342.50119</c:v>
                </c:pt>
                <c:pt idx="78">
                  <c:v>1396.510944</c:v>
                </c:pt>
                <c:pt idx="79">
                  <c:v>1497.327143</c:v>
                </c:pt>
                <c:pt idx="80">
                  <c:v>1611.036366</c:v>
                </c:pt>
                <c:pt idx="81">
                  <c:v>1711.867565</c:v>
                </c:pt>
                <c:pt idx="82">
                  <c:v>1213.207282</c:v>
                </c:pt>
                <c:pt idx="83">
                  <c:v>1919.659971</c:v>
                </c:pt>
                <c:pt idx="84">
                  <c:v>1934.914688</c:v>
                </c:pt>
                <c:pt idx="85">
                  <c:v>2020.871073</c:v>
                </c:pt>
                <c:pt idx="86">
                  <c:v>1349.661994</c:v>
                </c:pt>
                <c:pt idx="87">
                  <c:v>1565.882949</c:v>
                </c:pt>
                <c:pt idx="88">
                  <c:v>2289.050671</c:v>
                </c:pt>
                <c:pt idx="89">
                  <c:v>2164.959166</c:v>
                </c:pt>
                <c:pt idx="90">
                  <c:v>1748.106984</c:v>
                </c:pt>
                <c:pt idx="91">
                  <c:v>1774.982863</c:v>
                </c:pt>
                <c:pt idx="92">
                  <c:v>2431.445212</c:v>
                </c:pt>
                <c:pt idx="93">
                  <c:v>2366.376774</c:v>
                </c:pt>
                <c:pt idx="94">
                  <c:v>2190.94118</c:v>
                </c:pt>
                <c:pt idx="95">
                  <c:v>2343.009056</c:v>
                </c:pt>
                <c:pt idx="96">
                  <c:v>2540.48585</c:v>
                </c:pt>
                <c:pt idx="97">
                  <c:v>2462.2867</c:v>
                </c:pt>
                <c:pt idx="98">
                  <c:v>2428.318927</c:v>
                </c:pt>
                <c:pt idx="99">
                  <c:v>2770.962167</c:v>
                </c:pt>
                <c:pt idx="100">
                  <c:v>2719.39605</c:v>
                </c:pt>
                <c:pt idx="101">
                  <c:v>2565.06414</c:v>
                </c:pt>
                <c:pt idx="102">
                  <c:v>2591.39877</c:v>
                </c:pt>
                <c:pt idx="103">
                  <c:v>2781.238172</c:v>
                </c:pt>
                <c:pt idx="104">
                  <c:v>3026.023211</c:v>
                </c:pt>
                <c:pt idx="105">
                  <c:v>3120.916383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CD</c:v>
                </c:pt>
              </c:strCache>
            </c:strRef>
          </c:tx>
          <c:spPr>
            <a:solidFill>
              <a:srgbClr val="071D49"/>
            </a:solidFill>
            <a:ln w="22225" cap="flat">
              <a:solidFill>
                <a:srgbClr val="071D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71D49"/>
              </a:solidFill>
              <a:ln w="9525" cap="flat">
                <a:solidFill>
                  <a:srgbClr val="071D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Sheet1!$A$2:$A$107</c:f>
              <c:multiLvlStrCache>
                <c:ptCount val="106"/>
                <c:lvl>
                  <c:pt idx="0">
                    <c:v>05-03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06-07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07-12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08-16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09-20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10-25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11-29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01-03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02-07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>03-14</c:v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04-18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>05-23</c:v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06-27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>08-01</c:v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>09-05</c:v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10-10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11-14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>12-19</c:v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>01-23</c:v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>02-27</c:v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04-03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>05-08</c:v>
                  </c:pt>
                </c:lvl>
              </c:multiLvlStrCache>
            </c:multiLvlStrRef>
          </c:cat>
          <c:val>
            <c:numRef>
              <c:f>Sheet1!$C$2:$C$107</c:f>
              <c:numCache>
                <c:formatCode>General</c:formatCode>
                <c:ptCount val="106"/>
                <c:pt idx="0">
                  <c:v>5.290623</c:v>
                </c:pt>
                <c:pt idx="1">
                  <c:v>5.472922</c:v>
                </c:pt>
                <c:pt idx="2">
                  <c:v>5.63467</c:v>
                </c:pt>
                <c:pt idx="3">
                  <c:v>5.635995</c:v>
                </c:pt>
                <c:pt idx="4">
                  <c:v>4.366822</c:v>
                </c:pt>
                <c:pt idx="5">
                  <c:v>5.554632</c:v>
                </c:pt>
                <c:pt idx="6">
                  <c:v>5.487589</c:v>
                </c:pt>
                <c:pt idx="7">
                  <c:v>5.115128</c:v>
                </c:pt>
                <c:pt idx="8">
                  <c:v>5.276528</c:v>
                </c:pt>
                <c:pt idx="9">
                  <c:v>3.623258</c:v>
                </c:pt>
                <c:pt idx="10">
                  <c:v>6.025185</c:v>
                </c:pt>
                <c:pt idx="11">
                  <c:v>5.40372</c:v>
                </c:pt>
                <c:pt idx="12">
                  <c:v>5.313</c:v>
                </c:pt>
                <c:pt idx="13">
                  <c:v>5.086316</c:v>
                </c:pt>
                <c:pt idx="14">
                  <c:v>4.79909</c:v>
                </c:pt>
                <c:pt idx="15">
                  <c:v>4.934553</c:v>
                </c:pt>
                <c:pt idx="16">
                  <c:v>4.764803</c:v>
                </c:pt>
                <c:pt idx="17">
                  <c:v>5.150567</c:v>
                </c:pt>
                <c:pt idx="18">
                  <c:v>4.520566</c:v>
                </c:pt>
                <c:pt idx="19">
                  <c:v>5.428932</c:v>
                </c:pt>
                <c:pt idx="20">
                  <c:v>5.366327</c:v>
                </c:pt>
                <c:pt idx="21">
                  <c:v>5.278915</c:v>
                </c:pt>
                <c:pt idx="22">
                  <c:v>5.1686</c:v>
                </c:pt>
                <c:pt idx="23">
                  <c:v>4.708993</c:v>
                </c:pt>
                <c:pt idx="24">
                  <c:v>5.18846</c:v>
                </c:pt>
                <c:pt idx="25">
                  <c:v>4.853683</c:v>
                </c:pt>
                <c:pt idx="26">
                  <c:v>4.842223</c:v>
                </c:pt>
                <c:pt idx="27">
                  <c:v>4.914933</c:v>
                </c:pt>
                <c:pt idx="28">
                  <c:v>6.582409</c:v>
                </c:pt>
                <c:pt idx="29">
                  <c:v>6.580299</c:v>
                </c:pt>
                <c:pt idx="30">
                  <c:v>3.932579</c:v>
                </c:pt>
                <c:pt idx="31">
                  <c:v>3.968704</c:v>
                </c:pt>
                <c:pt idx="32">
                  <c:v>7.316988</c:v>
                </c:pt>
                <c:pt idx="33">
                  <c:v>4.167138</c:v>
                </c:pt>
                <c:pt idx="34">
                  <c:v>6.125121</c:v>
                </c:pt>
                <c:pt idx="35">
                  <c:v>3.311256</c:v>
                </c:pt>
                <c:pt idx="36">
                  <c:v>4.428208</c:v>
                </c:pt>
                <c:pt idx="37">
                  <c:v>5.002168</c:v>
                </c:pt>
                <c:pt idx="38">
                  <c:v>5.20482</c:v>
                </c:pt>
                <c:pt idx="39">
                  <c:v>9.154156</c:v>
                </c:pt>
                <c:pt idx="40">
                  <c:v>6.134223</c:v>
                </c:pt>
                <c:pt idx="41">
                  <c:v>6.503111</c:v>
                </c:pt>
                <c:pt idx="42">
                  <c:v>8.700755</c:v>
                </c:pt>
                <c:pt idx="43">
                  <c:v>9.534356</c:v>
                </c:pt>
                <c:pt idx="44">
                  <c:v>9.624129</c:v>
                </c:pt>
                <c:pt idx="45">
                  <c:v>9.265908</c:v>
                </c:pt>
                <c:pt idx="46">
                  <c:v>10.07924</c:v>
                </c:pt>
                <c:pt idx="47">
                  <c:v>10.854922</c:v>
                </c:pt>
                <c:pt idx="48">
                  <c:v>14.374245</c:v>
                </c:pt>
                <c:pt idx="49">
                  <c:v>20.748403</c:v>
                </c:pt>
                <c:pt idx="50">
                  <c:v>19.82632</c:v>
                </c:pt>
                <c:pt idx="51">
                  <c:v>27.51515</c:v>
                </c:pt>
                <c:pt idx="52">
                  <c:v>52.947857</c:v>
                </c:pt>
                <c:pt idx="53">
                  <c:v>64.049239</c:v>
                </c:pt>
                <c:pt idx="54">
                  <c:v>72.167271</c:v>
                </c:pt>
                <c:pt idx="55">
                  <c:v>91.899561</c:v>
                </c:pt>
                <c:pt idx="56">
                  <c:v>74.874038</c:v>
                </c:pt>
                <c:pt idx="57">
                  <c:v>194.483046</c:v>
                </c:pt>
                <c:pt idx="58">
                  <c:v>210.694079</c:v>
                </c:pt>
                <c:pt idx="59">
                  <c:v>238.656136</c:v>
                </c:pt>
                <c:pt idx="60">
                  <c:v>283.748968</c:v>
                </c:pt>
                <c:pt idx="61">
                  <c:v>310.52569</c:v>
                </c:pt>
                <c:pt idx="62">
                  <c:v>528.452325</c:v>
                </c:pt>
                <c:pt idx="63">
                  <c:v>511.193335</c:v>
                </c:pt>
                <c:pt idx="64">
                  <c:v>556.997671</c:v>
                </c:pt>
                <c:pt idx="65">
                  <c:v>651.555866</c:v>
                </c:pt>
                <c:pt idx="66">
                  <c:v>731.013236</c:v>
                </c:pt>
                <c:pt idx="67">
                  <c:v>789.619566</c:v>
                </c:pt>
                <c:pt idx="68">
                  <c:v>856.573363</c:v>
                </c:pt>
                <c:pt idx="69">
                  <c:v>906.693695</c:v>
                </c:pt>
                <c:pt idx="70">
                  <c:v>799.328872</c:v>
                </c:pt>
                <c:pt idx="71">
                  <c:v>1022.250463</c:v>
                </c:pt>
                <c:pt idx="72">
                  <c:v>1087.406455</c:v>
                </c:pt>
                <c:pt idx="73">
                  <c:v>1061.057682</c:v>
                </c:pt>
                <c:pt idx="74">
                  <c:v>1228.424547</c:v>
                </c:pt>
                <c:pt idx="75">
                  <c:v>1236.059704</c:v>
                </c:pt>
                <c:pt idx="76">
                  <c:v>1376.691123</c:v>
                </c:pt>
                <c:pt idx="77">
                  <c:v>1387.402305</c:v>
                </c:pt>
                <c:pt idx="78">
                  <c:v>1443.218462</c:v>
                </c:pt>
                <c:pt idx="79">
                  <c:v>1654.789059</c:v>
                </c:pt>
                <c:pt idx="80">
                  <c:v>1780.456171</c:v>
                </c:pt>
                <c:pt idx="81">
                  <c:v>1891.89098</c:v>
                </c:pt>
                <c:pt idx="82">
                  <c:v>1340.790586</c:v>
                </c:pt>
                <c:pt idx="83">
                  <c:v>2157.619854</c:v>
                </c:pt>
                <c:pt idx="84">
                  <c:v>2174.765537</c:v>
                </c:pt>
                <c:pt idx="85">
                  <c:v>2271.377023</c:v>
                </c:pt>
                <c:pt idx="86">
                  <c:v>1516.965275</c:v>
                </c:pt>
                <c:pt idx="87">
                  <c:v>1769.179053</c:v>
                </c:pt>
                <c:pt idx="88">
                  <c:v>2586.234494</c:v>
                </c:pt>
                <c:pt idx="89">
                  <c:v>2446.032385</c:v>
                </c:pt>
                <c:pt idx="90">
                  <c:v>1975.060944</c:v>
                </c:pt>
                <c:pt idx="91">
                  <c:v>2005.426076</c:v>
                </c:pt>
                <c:pt idx="92">
                  <c:v>2869.197054</c:v>
                </c:pt>
                <c:pt idx="93">
                  <c:v>2792.413842</c:v>
                </c:pt>
                <c:pt idx="94">
                  <c:v>2585.393226</c:v>
                </c:pt>
                <c:pt idx="95">
                  <c:v>2764.839053</c:v>
                </c:pt>
                <c:pt idx="96">
                  <c:v>3112.042916</c:v>
                </c:pt>
                <c:pt idx="97">
                  <c:v>3016.250565</c:v>
                </c:pt>
                <c:pt idx="98">
                  <c:v>2974.640742</c:v>
                </c:pt>
                <c:pt idx="99">
                  <c:v>3394.371663</c:v>
                </c:pt>
                <c:pt idx="100">
                  <c:v>3402.740504</c:v>
                </c:pt>
                <c:pt idx="101">
                  <c:v>3209.627243</c:v>
                </c:pt>
                <c:pt idx="102">
                  <c:v>3242.579381</c:v>
                </c:pt>
                <c:pt idx="103">
                  <c:v>3480.122648</c:v>
                </c:pt>
                <c:pt idx="104">
                  <c:v>3786.418588</c:v>
                </c:pt>
                <c:pt idx="105">
                  <c:v>3905.157025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IBD (total)</c:v>
                </c:pt>
              </c:strCache>
            </c:strRef>
          </c:tx>
          <c:spPr>
            <a:solidFill>
              <a:srgbClr val="FFC000"/>
            </a:solidFill>
            <a:ln w="22225" cap="flat">
              <a:solidFill>
                <a:srgbClr val="FFC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C000"/>
              </a:solidFill>
              <a:ln w="9525" cap="flat">
                <a:solidFill>
                  <a:srgbClr val="FFC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Sheet1!$A$2:$A$107</c:f>
              <c:multiLvlStrCache>
                <c:ptCount val="106"/>
                <c:lvl>
                  <c:pt idx="0">
                    <c:v>05-03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06-07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07-12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08-16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09-20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10-25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11-29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01-03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02-07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>03-14</c:v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>04-18</c:v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>05-23</c:v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06-27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>08-01</c:v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>09-05</c:v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>10-10</c:v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11-14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>12-19</c:v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>01-23</c:v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>02-27</c:v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04-03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>05-08</c:v>
                  </c:pt>
                </c:lvl>
              </c:multiLvlStrCache>
            </c:multiLvlStrRef>
          </c:cat>
          <c:val>
            <c:numRef>
              <c:f>Sheet1!$D$2:$D$107</c:f>
              <c:numCache>
                <c:formatCode>General</c:formatCode>
                <c:ptCount val="106"/>
                <c:pt idx="0">
                  <c:v>7.902955</c:v>
                </c:pt>
                <c:pt idx="1">
                  <c:v>8.175266</c:v>
                </c:pt>
                <c:pt idx="2">
                  <c:v>8.41688</c:v>
                </c:pt>
                <c:pt idx="3">
                  <c:v>8.41886</c:v>
                </c:pt>
                <c:pt idx="4">
                  <c:v>6.523012</c:v>
                </c:pt>
                <c:pt idx="5">
                  <c:v>8.301509</c:v>
                </c:pt>
                <c:pt idx="6">
                  <c:v>8.201312</c:v>
                </c:pt>
                <c:pt idx="7">
                  <c:v>7.644662</c:v>
                </c:pt>
                <c:pt idx="8">
                  <c:v>7.885877</c:v>
                </c:pt>
                <c:pt idx="9">
                  <c:v>5.432635</c:v>
                </c:pt>
                <c:pt idx="10">
                  <c:v>9.034034</c:v>
                </c:pt>
                <c:pt idx="11">
                  <c:v>8.102223</c:v>
                </c:pt>
                <c:pt idx="12">
                  <c:v>7.966199</c:v>
                </c:pt>
                <c:pt idx="13">
                  <c:v>7.70258</c:v>
                </c:pt>
                <c:pt idx="14">
                  <c:v>7.267613</c:v>
                </c:pt>
                <c:pt idx="15">
                  <c:v>7.472754</c:v>
                </c:pt>
                <c:pt idx="16">
                  <c:v>7.215689</c:v>
                </c:pt>
                <c:pt idx="17">
                  <c:v>7.79988</c:v>
                </c:pt>
                <c:pt idx="18">
                  <c:v>6.935442</c:v>
                </c:pt>
                <c:pt idx="19">
                  <c:v>8.329055</c:v>
                </c:pt>
                <c:pt idx="20">
                  <c:v>8.233006</c:v>
                </c:pt>
                <c:pt idx="21">
                  <c:v>8.0989</c:v>
                </c:pt>
                <c:pt idx="22">
                  <c:v>8.294688</c:v>
                </c:pt>
                <c:pt idx="23">
                  <c:v>7.5571</c:v>
                </c:pt>
                <c:pt idx="24">
                  <c:v>8.32656</c:v>
                </c:pt>
                <c:pt idx="25">
                  <c:v>7.789303</c:v>
                </c:pt>
                <c:pt idx="26">
                  <c:v>9.58353</c:v>
                </c:pt>
                <c:pt idx="27">
                  <c:v>9.727436</c:v>
                </c:pt>
                <c:pt idx="28">
                  <c:v>13.027635</c:v>
                </c:pt>
                <c:pt idx="29">
                  <c:v>13.02346</c:v>
                </c:pt>
                <c:pt idx="30">
                  <c:v>7.783201</c:v>
                </c:pt>
                <c:pt idx="31">
                  <c:v>12.477426</c:v>
                </c:pt>
                <c:pt idx="32">
                  <c:v>23.004282</c:v>
                </c:pt>
                <c:pt idx="33">
                  <c:v>13.101295</c:v>
                </c:pt>
                <c:pt idx="34">
                  <c:v>19.257105</c:v>
                </c:pt>
                <c:pt idx="35">
                  <c:v>23.422092</c:v>
                </c:pt>
                <c:pt idx="36">
                  <c:v>31.322823</c:v>
                </c:pt>
                <c:pt idx="37">
                  <c:v>35.382713</c:v>
                </c:pt>
                <c:pt idx="38">
                  <c:v>36.816169</c:v>
                </c:pt>
                <c:pt idx="39">
                  <c:v>64.751705</c:v>
                </c:pt>
                <c:pt idx="40">
                  <c:v>66.154863</c:v>
                </c:pt>
                <c:pt idx="41">
                  <c:v>70.133157</c:v>
                </c:pt>
                <c:pt idx="42">
                  <c:v>93.833769</c:v>
                </c:pt>
                <c:pt idx="43">
                  <c:v>102.823782</c:v>
                </c:pt>
                <c:pt idx="44">
                  <c:v>151.305684</c:v>
                </c:pt>
                <c:pt idx="45">
                  <c:v>145.673915</c:v>
                </c:pt>
                <c:pt idx="46">
                  <c:v>158.460705</c:v>
                </c:pt>
                <c:pt idx="47">
                  <c:v>170.655591</c:v>
                </c:pt>
                <c:pt idx="48">
                  <c:v>167.895444</c:v>
                </c:pt>
                <c:pt idx="49">
                  <c:v>242.347498</c:v>
                </c:pt>
                <c:pt idx="50">
                  <c:v>231.577293</c:v>
                </c:pt>
                <c:pt idx="51">
                  <c:v>321.385108</c:v>
                </c:pt>
                <c:pt idx="52">
                  <c:v>324.541536</c:v>
                </c:pt>
                <c:pt idx="53">
                  <c:v>392.586964</c:v>
                </c:pt>
                <c:pt idx="54">
                  <c:v>442.346077</c:v>
                </c:pt>
                <c:pt idx="55">
                  <c:v>563.294274</c:v>
                </c:pt>
                <c:pt idx="56">
                  <c:v>458.937088</c:v>
                </c:pt>
                <c:pt idx="57">
                  <c:v>688.04445</c:v>
                </c:pt>
                <c:pt idx="58">
                  <c:v>745.396037</c:v>
                </c:pt>
                <c:pt idx="59">
                  <c:v>844.320536</c:v>
                </c:pt>
                <c:pt idx="60">
                  <c:v>1003.850495</c:v>
                </c:pt>
                <c:pt idx="61">
                  <c:v>739.665383</c:v>
                </c:pt>
                <c:pt idx="62">
                  <c:v>1258.761847</c:v>
                </c:pt>
                <c:pt idx="63">
                  <c:v>1217.651311</c:v>
                </c:pt>
                <c:pt idx="64">
                  <c:v>1326.756235</c:v>
                </c:pt>
                <c:pt idx="65">
                  <c:v>1403.882064</c:v>
                </c:pt>
                <c:pt idx="66">
                  <c:v>1575.085765</c:v>
                </c:pt>
                <c:pt idx="67">
                  <c:v>1701.362543</c:v>
                </c:pt>
                <c:pt idx="68">
                  <c:v>1845.625284</c:v>
                </c:pt>
                <c:pt idx="69">
                  <c:v>1953.617613</c:v>
                </c:pt>
                <c:pt idx="70">
                  <c:v>1665.114828</c:v>
                </c:pt>
                <c:pt idx="71">
                  <c:v>2129.491957</c:v>
                </c:pt>
                <c:pt idx="72">
                  <c:v>2265.221082</c:v>
                </c:pt>
                <c:pt idx="73">
                  <c:v>2210.332871</c:v>
                </c:pt>
                <c:pt idx="74">
                  <c:v>2417.093045</c:v>
                </c:pt>
                <c:pt idx="75">
                  <c:v>2432.11626</c:v>
                </c:pt>
                <c:pt idx="76">
                  <c:v>2708.827781</c:v>
                </c:pt>
                <c:pt idx="77">
                  <c:v>2729.903495</c:v>
                </c:pt>
                <c:pt idx="78">
                  <c:v>2839.729406</c:v>
                </c:pt>
                <c:pt idx="79">
                  <c:v>3152.116202</c:v>
                </c:pt>
                <c:pt idx="80">
                  <c:v>3391.492537</c:v>
                </c:pt>
                <c:pt idx="81">
                  <c:v>3603.758545</c:v>
                </c:pt>
                <c:pt idx="82">
                  <c:v>2553.997868</c:v>
                </c:pt>
                <c:pt idx="83">
                  <c:v>4077.279825</c:v>
                </c:pt>
                <c:pt idx="84">
                  <c:v>4109.680225</c:v>
                </c:pt>
                <c:pt idx="85">
                  <c:v>4292.248096</c:v>
                </c:pt>
                <c:pt idx="86">
                  <c:v>2866.627269</c:v>
                </c:pt>
                <c:pt idx="87">
                  <c:v>3335.062002</c:v>
                </c:pt>
                <c:pt idx="88">
                  <c:v>4875.285165</c:v>
                </c:pt>
                <c:pt idx="89">
                  <c:v>4610.991551</c:v>
                </c:pt>
                <c:pt idx="90">
                  <c:v>3723.167928</c:v>
                </c:pt>
                <c:pt idx="91">
                  <c:v>3780.408939</c:v>
                </c:pt>
                <c:pt idx="92">
                  <c:v>5300.642266</c:v>
                </c:pt>
                <c:pt idx="93">
                  <c:v>5158.790616</c:v>
                </c:pt>
                <c:pt idx="94">
                  <c:v>4776.334406</c:v>
                </c:pt>
                <c:pt idx="95">
                  <c:v>5107.848109</c:v>
                </c:pt>
                <c:pt idx="96">
                  <c:v>5652.528766</c:v>
                </c:pt>
                <c:pt idx="97">
                  <c:v>5478.537265</c:v>
                </c:pt>
                <c:pt idx="98">
                  <c:v>5402.959669</c:v>
                </c:pt>
                <c:pt idx="99">
                  <c:v>6165.33383</c:v>
                </c:pt>
                <c:pt idx="100">
                  <c:v>6122.136554</c:v>
                </c:pt>
                <c:pt idx="101">
                  <c:v>5774.691383</c:v>
                </c:pt>
                <c:pt idx="102">
                  <c:v>5833.978151</c:v>
                </c:pt>
                <c:pt idx="103">
                  <c:v>6261.36082</c:v>
                </c:pt>
                <c:pt idx="104">
                  <c:v>6812.441799</c:v>
                </c:pt>
                <c:pt idx="105">
                  <c:v>7026.073408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ounakSuranshe\Documents\query-to-slide\apex-deck-builder\assets\divider_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0" y="0"/>
            <a:ext cx="85340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28600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Tremfya SQ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IBD Performance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66928" y="4114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TRx split by indication (UC / CD), full series</a:t>
            </a:r>
            <a:endParaRPr lang="en-US" sz="1600" dirty="0"/>
          </a:p>
        </p:txBody>
      </p:sp>
      <p:pic>
        <p:nvPicPr>
          <p:cNvPr id="5" name="Image 1" descr="C:\Users\RounakSuranshe\Documents\query-to-slide\apex-deck-builder\assets\footer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0256"/>
            <a:ext cx="12191695" cy="237744"/>
          </a:xfrm>
          <a:prstGeom prst="rect">
            <a:avLst/>
          </a:prstGeom>
        </p:spPr>
      </p:pic>
      <p:pic>
        <p:nvPicPr>
          <p:cNvPr id="6" name="Image 2" descr="C:\Users\RounakSuranshe\Documents\query-to-slide\apex-deck-builder\assets\apex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254496"/>
            <a:ext cx="146304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71D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Tremfya TRx — weekly trend by indication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0927080" y="256032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00B050"/>
          </a:solidFill>
          <a:ln/>
        </p:spPr>
      </p:sp>
      <p:sp>
        <p:nvSpPr>
          <p:cNvPr id="4" name="Text 2"/>
          <p:cNvSpPr/>
          <p:nvPr/>
        </p:nvSpPr>
        <p:spPr>
          <a:xfrm>
            <a:off x="10927080" y="2560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11247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09160"/>
          <a:ext cx="11247120" cy="141732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Wk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Wks Prior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D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D49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3120.9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2565.1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3905.2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3209.6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IBD (total)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7026.1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5774.7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C:\Users\RounakSuranshe\Documents\query-to-slide\apex-deck-builder\assets\footer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20256"/>
            <a:ext cx="12191695" cy="237744"/>
          </a:xfrm>
          <a:prstGeom prst="rect">
            <a:avLst/>
          </a:prstGeom>
        </p:spPr>
      </p:pic>
      <p:pic>
        <p:nvPicPr>
          <p:cNvPr id="8" name="Image 1" descr="C:\Users\RounakSuranshe\Documents\query-to-slide\apex-deck-builder\assets\ap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254496"/>
            <a:ext cx="1463040" cy="402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2026-06-04T12:43:17Z</dcterms:created>
  <dcterms:modified xsi:type="dcterms:W3CDTF">2026-06-04T12:43:17Z</dcterms:modified>
</cp:coreProperties>
</file>